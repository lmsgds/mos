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8" r:id="rId5"/>
  </p:sldMasterIdLst>
  <p:sldIdLst>
    <p:sldId id="256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6DFF08F-DC6B-4601-B491-B0F83F6DD2DA}" type="datetimeFigureOut">
              <a:rPr lang="en-US" smtClean="0"/>
              <a:t>6/3/2020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921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5333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685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130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47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156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70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55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726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4959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4625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169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3298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01415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111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6/3/2020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162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6DFF08F-DC6B-4601-B491-B0F83F6DD2DA}" type="datetimeFigureOut">
              <a:rPr lang="en-US" smtClean="0"/>
              <a:pPr/>
              <a:t>6/3/2020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04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My Vacation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fabulous family cruise</a:t>
            </a:r>
          </a:p>
        </p:txBody>
      </p:sp>
    </p:spTree>
    <p:extLst>
      <p:ext uri="{BB962C8B-B14F-4D97-AF65-F5344CB8AC3E}">
        <p14:creationId xmlns:p14="http://schemas.microsoft.com/office/powerpoint/2010/main" val="764668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2481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Drill Team">
      <a:majorFont>
        <a:latin typeface="Britannic Bold"/>
        <a:ea typeface=""/>
        <a:cs typeface=""/>
      </a:majorFont>
      <a:minorFont>
        <a:latin typeface="Candara"/>
        <a:ea typeface=""/>
        <a:cs typeface="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26fae966-843c-4d4f-81a0-161e61761eff">J75KEXXRD6TM-2-15966</_dlc_DocId>
    <_dlc_DocIdUrl xmlns="26fae966-843c-4d4f-81a0-161e61761eff">
      <Url>https://otsi.sharepoint.com/sites/archives/_layouts/15/DocIdRedir.aspx?ID=J75KEXXRD6TM-2-15966</Url>
      <Description>J75KEXXRD6TM-2-15966</Description>
    </_dlc_DocIdUr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9B7B5563E546BDCC4FF750137663" ma:contentTypeVersion="9" ma:contentTypeDescription="Create a new document." ma:contentTypeScope="" ma:versionID="8513bfaeccee3a29edeed2ebc50cefbd">
  <xsd:schema xmlns:xsd="http://www.w3.org/2001/XMLSchema" xmlns:xs="http://www.w3.org/2001/XMLSchema" xmlns:p="http://schemas.microsoft.com/office/2006/metadata/properties" xmlns:ns2="26fae966-843c-4d4f-81a0-161e61761eff" xmlns:ns3="b1ae2228-c504-4e45-a9cd-f7127473102f" targetNamespace="http://schemas.microsoft.com/office/2006/metadata/properties" ma:root="true" ma:fieldsID="16db1d309f1c262f660d08fc4ebdfc9e" ns2:_="" ns3:_="">
    <xsd:import namespace="26fae966-843c-4d4f-81a0-161e61761eff"/>
    <xsd:import namespace="b1ae2228-c504-4e45-a9cd-f7127473102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ae966-843c-4d4f-81a0-161e61761ef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e2228-c504-4e45-a9cd-f712747310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B9D62D3A-755D-48B5-A090-550D0874B4D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8034D5-7BA0-40B0-87CC-2541D81E3FB3}">
  <ds:schemaRefs>
    <ds:schemaRef ds:uri="http://schemas.microsoft.com/office/2006/metadata/properties"/>
    <ds:schemaRef ds:uri="http://schemas.microsoft.com/office/infopath/2007/PartnerControls"/>
    <ds:schemaRef ds:uri="26fae966-843c-4d4f-81a0-161e61761eff"/>
  </ds:schemaRefs>
</ds:datastoreItem>
</file>

<file path=customXml/itemProps3.xml><?xml version="1.0" encoding="utf-8"?>
<ds:datastoreItem xmlns:ds="http://schemas.openxmlformats.org/officeDocument/2006/customXml" ds:itemID="{08C4192A-D16D-4950-989F-F0E24748A1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fae966-843c-4d4f-81a0-161e61761eff"/>
    <ds:schemaRef ds:uri="b1ae2228-c504-4e45-a9cd-f712747310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FBDC518F-2D8F-47E6-B082-D26A0DDDF81F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1351</TotalTime>
  <Words>8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Britannic Bold</vt:lpstr>
      <vt:lpstr>Candara</vt:lpstr>
      <vt:lpstr>Organic</vt:lpstr>
      <vt:lpstr>My Vacation</vt:lpstr>
      <vt:lpstr>My Video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Vacation</dc:title>
  <dc:creator>Joan Lambert</dc:creator>
  <cp:lastModifiedBy>Joan Lambert</cp:lastModifiedBy>
  <cp:revision>1</cp:revision>
  <dcterms:created xsi:type="dcterms:W3CDTF">2013-09-07T02:06:58Z</dcterms:created>
  <dcterms:modified xsi:type="dcterms:W3CDTF">2020-06-04T03:24:13Z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0x0101009E1F9B7B5563E546BDCC4FF750137663</vt:lpwstr>
  </property>
  <property fmtid="{D5CDD505-2E9C-101B-9397-08002B2CF9AE}" pid="3" name="_dlc_DocIdItemGuid">
    <vt:lpwstr>076ac87f-efad-498c-bb23-69ef291fc6c3</vt:lpwstr>
  </property>
</Properties>
</file>