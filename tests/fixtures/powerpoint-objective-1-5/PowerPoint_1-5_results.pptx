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3" r:id="rId1"/>
  </p:sldMasterIdLst>
  <p:notesMasterIdLst>
    <p:notesMasterId r:id="rId11"/>
  </p:notesMasterIdLst>
  <p:sldIdLst>
    <p:sldId id="266" r:id="rId2"/>
    <p:sldId id="258" r:id="rId3"/>
    <p:sldId id="261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84" autoAdjust="0"/>
  </p:normalViewPr>
  <p:slideViewPr>
    <p:cSldViewPr>
      <p:cViewPr varScale="1">
        <p:scale>
          <a:sx n="80" d="100"/>
          <a:sy n="80" d="100"/>
        </p:scale>
        <p:origin x="540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24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FAA11-0335-44ED-A09E-3F50DB71EAFA}" type="datetimeFigureOut">
              <a:rPr lang="en-US" smtClean="0"/>
              <a:t>5/25/2020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C11706-05DC-4742-ACE7-4F92A080B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239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C11706-05DC-4742-ACE7-4F92A080B6C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716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audience</a:t>
            </a:r>
            <a:r>
              <a:rPr lang="en-US" baseline="0" dirty="0"/>
              <a:t> members bring up other topics that seem to fit the discussion, add those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C11706-05DC-4742-ACE7-4F92A080B6C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846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35213-7C3F-448B-8866-7117B8104F1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5653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97D42-0835-494D-96B6-5712AEB045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035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D784-B4BC-4B14-9B23-FF2F461BF10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834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ECFA8-3A65-44B5-ABCB-577AAAC16CA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27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446CB-2C8D-4C3B-A299-5D7F6AE431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03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0192E-451B-4E33-8AF9-0FE97F017F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00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9636-F202-49F9-B750-DA8CC9D06E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8476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34AA2D-4BEA-4D5D-874A-21B15B8461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119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860C-B1E3-4B5C-A9BF-03603DD255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656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4BA49-B9EC-4A61-9B27-068D91DF3C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507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9F7A4-B136-433E-A6E7-3D5C52E2E8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525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666A-FF3A-4774-8256-E3F150EBACBE}" type="datetimeFigureOut">
              <a:rPr lang="en-US" smtClean="0"/>
              <a:t>5/25/2020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4B2DD-8899-4A94-9839-E531553342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13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5CE519C-7985-47C5-AE19-930E1CCCD6B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300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Planning, Selling, and Performing a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Community Service Committee</a:t>
            </a:r>
          </a:p>
        </p:txBody>
      </p:sp>
    </p:spTree>
    <p:extLst>
      <p:ext uri="{BB962C8B-B14F-4D97-AF65-F5344CB8AC3E}">
        <p14:creationId xmlns:p14="http://schemas.microsoft.com/office/powerpoint/2010/main" val="2347854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team</a:t>
            </a:r>
          </a:p>
          <a:p>
            <a:r>
              <a:rPr lang="en-US" dirty="0"/>
              <a:t>Gather information</a:t>
            </a:r>
          </a:p>
          <a:p>
            <a:r>
              <a:rPr lang="en-US" dirty="0"/>
              <a:t>Plan project</a:t>
            </a:r>
          </a:p>
          <a:p>
            <a:r>
              <a:rPr lang="en-US" dirty="0"/>
              <a:t>Meet with department</a:t>
            </a:r>
          </a:p>
          <a:p>
            <a:r>
              <a:rPr lang="en-US" dirty="0"/>
              <a:t>Present to other departments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92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up team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Responsibilities</a:t>
            </a:r>
          </a:p>
          <a:p>
            <a:pPr lvl="1"/>
            <a:r>
              <a:rPr lang="en-US" dirty="0"/>
              <a:t>Contact people recommended as department reps</a:t>
            </a:r>
          </a:p>
          <a:p>
            <a:pPr lvl="1"/>
            <a:r>
              <a:rPr lang="en-US" dirty="0"/>
              <a:t>Pursue leads until all positions are filled</a:t>
            </a:r>
          </a:p>
          <a:p>
            <a:pPr lvl="1"/>
            <a:r>
              <a:rPr lang="en-US" dirty="0"/>
              <a:t>Get management approval</a:t>
            </a:r>
          </a:p>
        </p:txBody>
      </p:sp>
    </p:spTree>
    <p:extLst>
      <p:ext uri="{BB962C8B-B14F-4D97-AF65-F5344CB8AC3E}">
        <p14:creationId xmlns:p14="http://schemas.microsoft.com/office/powerpoint/2010/main" val="3683638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Gather 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for team leaders</a:t>
            </a:r>
          </a:p>
          <a:p>
            <a:pPr lvl="1"/>
            <a:r>
              <a:rPr lang="en-US" dirty="0"/>
              <a:t>How much time do you want/have available to spend?</a:t>
            </a:r>
          </a:p>
          <a:p>
            <a:pPr lvl="1"/>
            <a:r>
              <a:rPr lang="en-US" dirty="0"/>
              <a:t>How much time do you want your team to spend?</a:t>
            </a:r>
          </a:p>
          <a:p>
            <a:pPr lvl="1"/>
            <a:r>
              <a:rPr lang="en-US" dirty="0"/>
              <a:t>Do you have a project you have always wanted to do?</a:t>
            </a:r>
          </a:p>
          <a:p>
            <a:pPr lvl="1"/>
            <a:r>
              <a:rPr lang="en-US" dirty="0"/>
              <a:t>Is there a project you are already doing (or already plan to do) that we can help with?</a:t>
            </a:r>
          </a:p>
          <a:p>
            <a:pPr lvl="1"/>
            <a:r>
              <a:rPr lang="en-US" dirty="0"/>
              <a:t>How much do you want the team to be involved in choosing the project?</a:t>
            </a:r>
          </a:p>
        </p:txBody>
      </p:sp>
    </p:spTree>
    <p:extLst>
      <p:ext uri="{BB962C8B-B14F-4D97-AF65-F5344CB8AC3E}">
        <p14:creationId xmlns:p14="http://schemas.microsoft.com/office/powerpoint/2010/main" val="744496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Gather information (continued)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for department reps</a:t>
            </a:r>
          </a:p>
          <a:p>
            <a:pPr lvl="1"/>
            <a:r>
              <a:rPr lang="en-US" dirty="0"/>
              <a:t>What kinds of things are your employees interested in?</a:t>
            </a:r>
          </a:p>
          <a:p>
            <a:pPr lvl="1"/>
            <a:r>
              <a:rPr lang="en-US" dirty="0"/>
              <a:t>What is the skill level of your employees?</a:t>
            </a:r>
          </a:p>
          <a:p>
            <a:pPr lvl="1"/>
            <a:r>
              <a:rPr lang="en-US" dirty="0"/>
              <a:t>What is the commitment level of your employees?</a:t>
            </a:r>
          </a:p>
          <a:p>
            <a:pPr lvl="1"/>
            <a:r>
              <a:rPr lang="en-US" dirty="0"/>
              <a:t>What type of project do you see as being successful for these employees (collection, activity, fundraising; see Resource notebook)?</a:t>
            </a:r>
          </a:p>
          <a:p>
            <a:pPr lvl="1"/>
            <a:r>
              <a:rPr lang="en-US" dirty="0"/>
              <a:t>Can you recommend an employee who would be a good community service planner for your department?</a:t>
            </a:r>
          </a:p>
        </p:txBody>
      </p:sp>
    </p:spTree>
    <p:extLst>
      <p:ext uri="{BB962C8B-B14F-4D97-AF65-F5344CB8AC3E}">
        <p14:creationId xmlns:p14="http://schemas.microsoft.com/office/powerpoint/2010/main" val="101377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will the project begin and end?</a:t>
            </a:r>
          </a:p>
          <a:p>
            <a:r>
              <a:rPr lang="en-US" dirty="0"/>
              <a:t>When will the project be introduced to the employees?</a:t>
            </a:r>
          </a:p>
          <a:p>
            <a:r>
              <a:rPr lang="en-US" dirty="0"/>
              <a:t>How much input will the employees have in the choice of the project?</a:t>
            </a:r>
          </a:p>
          <a:p>
            <a:r>
              <a:rPr lang="en-US" dirty="0"/>
              <a:t>What tasks will be involved in carrying out the project?</a:t>
            </a:r>
          </a:p>
          <a:p>
            <a:r>
              <a:rPr lang="en-US" dirty="0"/>
              <a:t>Who will do those tasks?</a:t>
            </a:r>
          </a:p>
        </p:txBody>
      </p:sp>
    </p:spTree>
    <p:extLst>
      <p:ext uri="{BB962C8B-B14F-4D97-AF65-F5344CB8AC3E}">
        <p14:creationId xmlns:p14="http://schemas.microsoft.com/office/powerpoint/2010/main" val="1704601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with department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to the employees</a:t>
            </a:r>
          </a:p>
          <a:p>
            <a:pPr lvl="1"/>
            <a:r>
              <a:rPr lang="en-US" dirty="0"/>
              <a:t>Writing about experiences</a:t>
            </a:r>
          </a:p>
          <a:p>
            <a:pPr lvl="1"/>
            <a:r>
              <a:rPr lang="en-US" dirty="0"/>
              <a:t>Listing ideas about populations in need</a:t>
            </a:r>
          </a:p>
          <a:p>
            <a:pPr lvl="1"/>
            <a:r>
              <a:rPr lang="en-US" dirty="0"/>
              <a:t>Reading articles or inspirational stories (Médecins Sans Frontières)</a:t>
            </a:r>
          </a:p>
          <a:p>
            <a:r>
              <a:rPr lang="en-US" dirty="0"/>
              <a:t>Outline the parameters of the project</a:t>
            </a:r>
          </a:p>
          <a:p>
            <a:pPr lvl="1"/>
            <a:r>
              <a:rPr lang="en-US" dirty="0"/>
              <a:t>Timeline</a:t>
            </a:r>
          </a:p>
          <a:p>
            <a:pPr lvl="1"/>
            <a:r>
              <a:rPr lang="en-US" dirty="0"/>
              <a:t>How much department time is involved?</a:t>
            </a:r>
          </a:p>
          <a:p>
            <a:pPr lvl="1"/>
            <a:r>
              <a:rPr lang="en-US" dirty="0"/>
              <a:t>Project participation extended to all employees</a:t>
            </a:r>
          </a:p>
        </p:txBody>
      </p:sp>
    </p:spTree>
    <p:extLst>
      <p:ext uri="{BB962C8B-B14F-4D97-AF65-F5344CB8AC3E}">
        <p14:creationId xmlns:p14="http://schemas.microsoft.com/office/powerpoint/2010/main" val="453709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with department (continued)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discussion</a:t>
            </a:r>
          </a:p>
          <a:p>
            <a:pPr lvl="1"/>
            <a:r>
              <a:rPr lang="en-US" dirty="0"/>
              <a:t>What kind of project do we want to do?</a:t>
            </a:r>
          </a:p>
          <a:p>
            <a:pPr lvl="1"/>
            <a:r>
              <a:rPr lang="en-US" dirty="0"/>
              <a:t>What need do we want to address?</a:t>
            </a:r>
          </a:p>
          <a:p>
            <a:pPr lvl="1"/>
            <a:r>
              <a:rPr lang="en-US" dirty="0"/>
              <a:t>What are the goals of this project?</a:t>
            </a:r>
          </a:p>
          <a:p>
            <a:pPr lvl="1"/>
            <a:r>
              <a:rPr lang="en-US" dirty="0"/>
              <a:t>What do we need to do to meet those goals?</a:t>
            </a:r>
          </a:p>
          <a:p>
            <a:pPr lvl="1"/>
            <a:r>
              <a:rPr lang="en-US" dirty="0"/>
              <a:t>Who will perform these tasks?</a:t>
            </a:r>
          </a:p>
          <a:p>
            <a:pPr lvl="1"/>
            <a:r>
              <a:rPr lang="en-US" dirty="0"/>
              <a:t>What materials will we need?</a:t>
            </a:r>
          </a:p>
          <a:p>
            <a:pPr lvl="1"/>
            <a:r>
              <a:rPr lang="en-US" dirty="0"/>
              <a:t>When will the tasks be performed?</a:t>
            </a:r>
          </a:p>
        </p:txBody>
      </p:sp>
    </p:spTree>
    <p:extLst>
      <p:ext uri="{BB962C8B-B14F-4D97-AF65-F5344CB8AC3E}">
        <p14:creationId xmlns:p14="http://schemas.microsoft.com/office/powerpoint/2010/main" val="4219007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 to other departments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 with team leader about the best way to communicate</a:t>
            </a:r>
          </a:p>
          <a:p>
            <a:r>
              <a:rPr lang="en-US" dirty="0"/>
              <a:t>Team leader may bring up at next team leaders’ meeting</a:t>
            </a:r>
          </a:p>
          <a:p>
            <a:r>
              <a:rPr lang="en-US" dirty="0"/>
              <a:t>Method will depend on the project and the decisions made in the department meeting</a:t>
            </a:r>
          </a:p>
        </p:txBody>
      </p:sp>
    </p:spTree>
    <p:extLst>
      <p:ext uri="{BB962C8B-B14F-4D97-AF65-F5344CB8AC3E}">
        <p14:creationId xmlns:p14="http://schemas.microsoft.com/office/powerpoint/2010/main" val="71056540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423</Words>
  <Application>Microsoft Office PowerPoint</Application>
  <PresentationFormat>Widescreen</PresentationFormat>
  <Paragraphs>58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Calibri Light</vt:lpstr>
      <vt:lpstr>Retrospect</vt:lpstr>
      <vt:lpstr>Planning, Selling, and Performing a Project</vt:lpstr>
      <vt:lpstr>Process</vt:lpstr>
      <vt:lpstr>Set up team</vt:lpstr>
      <vt:lpstr>Gather information</vt:lpstr>
      <vt:lpstr>Gather information (continued)</vt:lpstr>
      <vt:lpstr>Plan project</vt:lpstr>
      <vt:lpstr>Meet with department</vt:lpstr>
      <vt:lpstr>Meet with department (continued)</vt:lpstr>
      <vt:lpstr>Present to other departments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2020-05-25T21:37:25Z</dcterms:created>
  <dcterms:modified xsi:type="dcterms:W3CDTF">2020-05-25T22:00:55Z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