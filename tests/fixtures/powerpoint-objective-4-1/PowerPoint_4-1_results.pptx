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  <p:sldMasterId id="2147483669" r:id="rId6"/>
  </p:sldMasterIdLst>
  <p:notesMasterIdLst>
    <p:notesMasterId r:id="rId10"/>
  </p:notesMasterIdLst>
  <p:handoutMasterIdLst>
    <p:handoutMasterId r:id="rId11"/>
  </p:handoutMasterIdLst>
  <p:sldIdLst>
    <p:sldId id="257" r:id="rId7"/>
    <p:sldId id="260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01B821-A1FF-4177-AEE7-76D212191A09}">
  <a:tblStyle styleId="{B301B821-A1FF-4177-AEE7-76D212191A09}" styleName="Medium Style 9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342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5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17CBDB19-DDF8-454B-B2A9-89D3C498EC1B}" type="datetimeFigureOut">
              <a:rPr lang="en-US" smtClean="0"/>
              <a:pPr/>
              <a:t>6/3/2020</a:t>
            </a:fld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/>
          <a:p>
            <a:fld id="{97B39D03-4D65-44D8-9F67-CFAB012E25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888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  <a:effectLst/>
        </p:spPr>
        <p:txBody>
          <a:bodyPr vert="horz" wrap="square" lIns="91440" tIns="45720" rIns="91440" bIns="45720" anchor="ctr" compatLnSpc="1"/>
          <a:lstStyle/>
          <a:p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0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</a:rPr>
              <a:t>Click to edit Master text styles</a:t>
            </a:r>
            <a:endParaRPr lang="en-US"/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0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</a:rPr>
              <a:t>Second level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0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</a:rPr>
              <a:t>Third level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0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</a:rPr>
              <a:t>Fourth level</a:t>
            </a: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r>
              <a:rPr kumimoji="0" lang="en-US" altLang="x-none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</a:rPr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endParaRPr kumimoji="0" lang="en-US" altLang="x-none" sz="1200" b="0" i="0" u="none" strike="noStrike" baseline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b" compatLnSpc="1"/>
          <a:lstStyle>
            <a:lvl1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fld id="{5B593A47-C35F-4927-8CD6-9682078D69E3}" type="slidenum">
              <a:rPr/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tabLst/>
              </a:pPr>
              <a:t>‹#›</a:t>
            </a:fld>
            <a:endParaRPr kumimoji="0" lang="en-US" altLang="x-none" sz="1200" b="0" i="0" u="none" strike="noStrike" baseline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675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ctr" compatLnSpc="1"/>
          <a:lstStyle/>
          <a:p>
            <a:endParaRPr lang="en-US"/>
          </a:p>
        </p:txBody>
      </p:sp>
      <p:sp>
        <p:nvSpPr>
          <p:cNvPr id="1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</a:pPr>
            <a:endParaRPr kumimoji="0" lang="x-none" altLang="x-none" sz="1200" b="0" i="0" u="none" strike="noStrike" baseline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</p:spPr>
        <p:txBody>
          <a:bodyPr vert="horz" wrap="square" lIns="91440" tIns="45720" rIns="91440" bIns="45720" anchor="b" compatLnSpc="1"/>
          <a:lstStyle>
            <a:lvl1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Arial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</a:pPr>
            <a:fld id="{2739EC88-7B5E-4917-BD4E-CFF22233FA88}" type="slidenum">
              <a:rPr/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tabLst/>
              </a:pPr>
              <a:t>1</a:t>
            </a:fld>
            <a:endParaRPr kumimoji="0" lang="en-US" altLang="x-none" sz="1200" b="0" i="0" u="none" strike="noStrike" baseline="0">
              <a:solidFill>
                <a:schemeClr val="tx1">
                  <a:alpha val="100000"/>
                </a:schemeClr>
              </a:solidFill>
              <a:effectLst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1554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48001" y="3429000"/>
            <a:ext cx="8532284" cy="1219200"/>
          </a:xfrm>
        </p:spPr>
        <p:txBody>
          <a:bodyPr/>
          <a:lstStyle>
            <a:lvl1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4000" b="0" i="0" u="none" strike="noStrike" baseline="0">
                <a:solidFill>
                  <a:schemeClr val="tx2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r>
              <a:rPr lang="en-US" altLang="x-none"/>
              <a:t>Click to edit Master title style</a:t>
            </a: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48001" y="4800600"/>
            <a:ext cx="8532284" cy="838200"/>
          </a:xfrm>
        </p:spPr>
        <p:txBody>
          <a:bodyPr/>
          <a:lstStyle>
            <a:lvl1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tabLst/>
              <a:defRPr kumimoji="0" sz="24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r>
              <a:rPr lang="en-US" altLang="x-none"/>
              <a:t>Click to edit Master subtitle style</a:t>
            </a: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6"/>
            <a:ext cx="2844800" cy="384175"/>
          </a:xfrm>
        </p:spPr>
        <p:txBody>
          <a:bodyPr/>
          <a:lstStyle>
            <a:lvl1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endParaRPr lang="en-US" altLang="x-none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6"/>
            <a:ext cx="3860800" cy="384175"/>
          </a:xfrm>
        </p:spPr>
        <p:txBody>
          <a:bodyPr/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endParaRPr lang="en-US" altLang="x-none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6"/>
            <a:ext cx="2844800" cy="384175"/>
          </a:xfrm>
        </p:spPr>
        <p:txBody>
          <a:bodyPr/>
          <a:lstStyle>
            <a:lvl1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fld id="{B7FFE138-060B-4A09-A290-32377E64A3CC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EC7DD-2210-4D98-9ADA-00E3E9269610}" type="slidenum">
              <a:rPr lang="en-US" altLang="x-none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8597-3521-412A-BED1-722EA4F86CC2}" type="slidenum">
              <a:rPr lang="en-US" altLang="x-none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6BC6-08CB-4826-B2C4-3F6970CA7AE9}" type="slidenum">
              <a:rPr lang="en-US" altLang="x-none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sz="half" idx="1"/>
          </p:nvPr>
        </p:nvSpPr>
        <p:spPr>
          <a:xfrm>
            <a:off x="3045884" y="1905000"/>
            <a:ext cx="4163483" cy="4221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sz="half" idx="2"/>
          </p:nvPr>
        </p:nvSpPr>
        <p:spPr>
          <a:xfrm>
            <a:off x="7412567" y="1905000"/>
            <a:ext cx="4165600" cy="4221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78A8-2A4E-4FED-8C6A-165E3EC8D9AF}" type="slidenum">
              <a:rPr lang="en-US" altLang="x-none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FAE-E4EB-45D9-AE03-3A0036BA87A8}" type="slidenum">
              <a:rPr lang="en-US" altLang="x-none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le an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sz="half" idx="1"/>
          </p:nvPr>
        </p:nvSpPr>
        <p:spPr>
          <a:xfrm>
            <a:off x="3045884" y="1905000"/>
            <a:ext cx="4163483" cy="4221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body" sz="half" idx="2"/>
          </p:nvPr>
        </p:nvSpPr>
        <p:spPr>
          <a:xfrm>
            <a:off x="7412567" y="1905000"/>
            <a:ext cx="4165600" cy="4221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C8A2C-6AB6-433F-BC71-C4EE38BC3DCF}" type="slidenum">
              <a:rPr lang="en-US" altLang="x-none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FE138-060B-4A09-A290-32377E64A3CC}" type="slidenum">
              <a:rPr lang="en-US" altLang="x-none" smtClean="0"/>
              <a:pPr/>
              <a:t>‹#›</a:t>
            </a:fld>
            <a:endParaRPr lang="en-US" altLang="x-none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EC7DD-2210-4D98-9ADA-00E3E9269610}" type="slidenum">
              <a:rPr lang="en-US" altLang="x-none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8597-3521-412A-BED1-722EA4F86CC2}" type="slidenum">
              <a:rPr lang="en-US" altLang="x-none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66BC6-08CB-4826-B2C4-3F6970CA7AE9}" type="slidenum">
              <a:rPr lang="en-US" altLang="x-none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FAE-E4EB-45D9-AE03-3A0036BA87A8}" type="slidenum">
              <a:rPr lang="en-US" altLang="x-none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5884" y="533400"/>
            <a:ext cx="8532283" cy="1219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ctr" compatLnSpc="1"/>
          <a:lstStyle/>
          <a:p>
            <a:pPr lvl="0"/>
            <a:r>
              <a:rPr lang="en-US" altLang="x-none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5884" y="1905000"/>
            <a:ext cx="8532283" cy="4221163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lvl="0"/>
            <a:r>
              <a:rPr lang="en-US" altLang="x-none"/>
              <a:t>Click to edit Master text styles</a:t>
            </a:r>
            <a:endParaRPr lang="en-US"/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6"/>
            <a:ext cx="2844800" cy="38417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endParaRPr lang="en-US" altLang="x-non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6"/>
            <a:ext cx="3860800" cy="38417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endParaRPr lang="en-US" altLang="x-non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6"/>
            <a:ext cx="2844800" cy="38417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/>
              <a:defRPr kumimoji="0" sz="1200" b="0" i="0" u="none" strike="noStrike" baseline="0">
                <a:solidFill>
                  <a:schemeClr val="tx1">
                    <a:alpha val="100000"/>
                  </a:schemeClr>
                </a:solidFill>
                <a:effectLst/>
                <a:latin typeface="Verdana"/>
              </a:defRPr>
            </a:lvl1pPr>
          </a:lstStyle>
          <a:p>
            <a:fld id="{F6D3474C-9AB0-4C46-94FC-532709E129BA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defPPr>
        <a:defRPr>
          <a:latin typeface="+mj-lt"/>
          <a:ea typeface="+mj-ea"/>
          <a:cs typeface="+mj-cs"/>
        </a:defRPr>
      </a:defPPr>
      <a:lvl1pPr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1pPr>
      <a:lvl2pPr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2pPr>
      <a:lvl3pPr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3pPr>
      <a:lvl4pPr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4pPr>
      <a:lvl5pPr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5pPr>
      <a:lvl6pPr marL="0"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6pPr>
      <a:lvl7pPr marL="457200"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7pPr>
      <a:lvl8pPr marL="914400"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8pPr>
      <a:lvl9pPr marL="1371600" algn="l" fontAlgn="base">
        <a:spcBef>
          <a:spcPct val="0"/>
        </a:spcBef>
        <a:spcAft>
          <a:spcPct val="0"/>
        </a:spcAft>
        <a:defRPr sz="3600">
          <a:solidFill>
            <a:schemeClr val="tx2">
              <a:alpha val="100000"/>
            </a:schemeClr>
          </a:solidFill>
          <a:latin typeface="+mj-lt"/>
          <a:ea typeface="+mj-ea"/>
          <a:cs typeface="+mj-cs"/>
        </a:defRPr>
      </a:lvl9pPr>
    </p:titleStyle>
    <p:bodyStyle>
      <a:defPPr>
        <a:defRPr>
          <a:latin typeface="+mn-lt"/>
          <a:ea typeface="+mn-ea"/>
          <a:cs typeface="+mn-cs"/>
        </a:defRPr>
      </a:defPPr>
      <a:lvl1pPr marL="342900" indent="-342900" algn="l" fontAlgn="base">
        <a:spcBef>
          <a:spcPct val="20000"/>
        </a:spcBef>
        <a:spcAft>
          <a:spcPct val="0"/>
        </a:spcAft>
        <a:buChar char="•"/>
        <a:defRPr sz="28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1pPr>
      <a:lvl2pPr marL="742950" indent="-285750" algn="l" fontAlgn="base">
        <a:spcBef>
          <a:spcPct val="20000"/>
        </a:spcBef>
        <a:spcAft>
          <a:spcPct val="0"/>
        </a:spcAft>
        <a:buChar char="–"/>
        <a:defRPr sz="24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2pPr>
      <a:lvl3pPr marL="1143000" indent="-228600" algn="l" fontAlgn="base">
        <a:spcBef>
          <a:spcPct val="20000"/>
        </a:spcBef>
        <a:spcAft>
          <a:spcPct val="0"/>
        </a:spcAft>
        <a:buChar char="•"/>
        <a:defRPr sz="20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3pPr>
      <a:lvl4pPr marL="1600200" indent="-228600" algn="l" fontAlgn="base">
        <a:spcBef>
          <a:spcPct val="20000"/>
        </a:spcBef>
        <a:spcAft>
          <a:spcPct val="0"/>
        </a:spcAft>
        <a:buChar char="–"/>
        <a:defRPr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4pPr>
      <a:lvl5pPr marL="2057400" indent="-228600" algn="l" fontAlgn="base">
        <a:spcBef>
          <a:spcPct val="20000"/>
        </a:spcBef>
        <a:spcAft>
          <a:spcPct val="0"/>
        </a:spcAft>
        <a:buChar char="»"/>
        <a:defRPr sz="16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5pPr>
      <a:lvl6pPr marL="2057400" indent="-228600" algn="l" fontAlgn="base">
        <a:spcBef>
          <a:spcPct val="20000"/>
        </a:spcBef>
        <a:spcAft>
          <a:spcPct val="0"/>
        </a:spcAft>
        <a:buChar char="»"/>
        <a:defRPr sz="16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6pPr>
      <a:lvl7pPr marL="2514600" indent="-228600" algn="l" fontAlgn="base">
        <a:spcBef>
          <a:spcPct val="20000"/>
        </a:spcBef>
        <a:spcAft>
          <a:spcPct val="0"/>
        </a:spcAft>
        <a:buChar char="»"/>
        <a:defRPr sz="16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7pPr>
      <a:lvl8pPr marL="2971800" indent="-228600" algn="l" fontAlgn="base">
        <a:spcBef>
          <a:spcPct val="20000"/>
        </a:spcBef>
        <a:spcAft>
          <a:spcPct val="0"/>
        </a:spcAft>
        <a:buChar char="»"/>
        <a:defRPr sz="16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8pPr>
      <a:lvl9pPr marL="3429000" indent="-228600" algn="l" fontAlgn="base">
        <a:spcBef>
          <a:spcPct val="20000"/>
        </a:spcBef>
        <a:spcAft>
          <a:spcPct val="0"/>
        </a:spcAft>
        <a:buChar char="»"/>
        <a:defRPr sz="1600">
          <a:solidFill>
            <a:schemeClr val="tx1">
              <a:alpha val="100000"/>
            </a:schemeClr>
          </a:solidFill>
          <a:latin typeface="+mn-lt"/>
          <a:ea typeface="+mn-ea"/>
          <a:cs typeface="+mn-cs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endParaRPr lang="en-U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F6D3474C-9AB0-4C46-94FC-532709E129BA}" type="slidenum">
              <a:rPr lang="en-US" altLang="x-none" smtClean="0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03526" y="1600200"/>
            <a:ext cx="7085013" cy="1066800"/>
          </a:xfrm>
        </p:spPr>
        <p:txBody>
          <a:bodyPr/>
          <a:lstStyle/>
          <a:p>
            <a:r>
              <a:rPr lang="en-US" altLang="x-none" dirty="0"/>
              <a:t>Time Management</a:t>
            </a:r>
            <a:endParaRPr lang="x-none" altLang="x-none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03526" y="2819400"/>
            <a:ext cx="5256213" cy="1143000"/>
          </a:xfrm>
        </p:spPr>
        <p:txBody>
          <a:bodyPr/>
          <a:lstStyle/>
          <a:p>
            <a:r>
              <a:rPr lang="en-US" altLang="x-none" dirty="0"/>
              <a:t>Better organization for better results</a:t>
            </a:r>
            <a:endParaRPr lang="x-none" altLang="x-none"/>
          </a:p>
        </p:txBody>
      </p:sp>
      <p:sp>
        <p:nvSpPr>
          <p:cNvPr id="7" name="5-Point Star 4"/>
          <p:cNvSpPr/>
          <p:nvPr/>
        </p:nvSpPr>
        <p:spPr>
          <a:xfrm>
            <a:off x="8763000" y="2590800"/>
            <a:ext cx="914400" cy="9144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Spend Your Time Wisely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9E2806B-CDEE-483B-9F6D-9CDD276135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0300815"/>
              </p:ext>
            </p:extLst>
          </p:nvPr>
        </p:nvGraphicFramePr>
        <p:xfrm>
          <a:off x="609600" y="1600200"/>
          <a:ext cx="10972797" cy="1854200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3657599">
                  <a:extLst>
                    <a:ext uri="{9D8B030D-6E8A-4147-A177-3AD203B41FA5}">
                      <a16:colId xmlns:a16="http://schemas.microsoft.com/office/drawing/2014/main" val="362593884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3777144296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65405698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Effect of Focused Activity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874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Minutes/Day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Hours Saved/Week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2640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Document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23640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Email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4740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Calendar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3566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of Mismanagement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5A945D9-EC72-4017-978C-D02D4B0D8F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024025"/>
              </p:ext>
            </p:extLst>
          </p:nvPr>
        </p:nvGraphicFramePr>
        <p:xfrm>
          <a:off x="1257300" y="1828800"/>
          <a:ext cx="9677400" cy="4401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Worksheet" r:id="rId3" imgW="3476645" imgH="1581096" progId="Excel.Sheet.12">
                  <p:embed/>
                </p:oleObj>
              </mc:Choice>
              <mc:Fallback>
                <p:oleObj name="Worksheet" r:id="rId3" imgW="3476645" imgH="158109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7300" y="1828800"/>
                        <a:ext cx="9677400" cy="44012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Ticking clock design template [1]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>
  <documentManagement>
    <_dlc_DocId xmlns="26fae966-843c-4d4f-81a0-161e61761eff">J75KEXXRD6TM-2-15967</_dlc_DocId>
    <_dlc_DocIdUrl xmlns="26fae966-843c-4d4f-81a0-161e61761eff">
      <Url>https://otsi.sharepoint.com/sites/archives/_layouts/15/DocIdRedir.aspx?ID=J75KEXXRD6TM-2-15967</Url>
      <Description>J75KEXXRD6TM-2-15967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3CCC6B-37E0-43CA-9550-DD63327EE8F4}">
  <ds:schemaRefs>
    <ds:schemaRef ds:uri="http://schemas.microsoft.com/office/2006/metadata/properties"/>
    <ds:schemaRef ds:uri="26fae966-843c-4d4f-81a0-161e61761eff"/>
  </ds:schemaRefs>
</ds:datastoreItem>
</file>

<file path=customXml/itemProps2.xml><?xml version="1.0" encoding="utf-8"?>
<ds:datastoreItem xmlns:ds="http://schemas.openxmlformats.org/officeDocument/2006/customXml" ds:itemID="{F42E86D9-E2F9-4F8A-B578-CA75361104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FCF0E5-C12D-4FC5-AAAB-6F2DF3CAB4B9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0FC1A58A-7462-437A-9A67-97806F2B52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Ticking clock design template [1]</Template>
  <TotalTime>360</TotalTime>
  <Words>33</Words>
  <Application>Microsoft Office PowerPoint</Application>
  <PresentationFormat>Widescreen</PresentationFormat>
  <Paragraphs>12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Verdana</vt:lpstr>
      <vt:lpstr>Ticking clock design template [1]</vt:lpstr>
      <vt:lpstr>Clarity</vt:lpstr>
      <vt:lpstr>Microsoft Excel Worksheet</vt:lpstr>
      <vt:lpstr>Time Management</vt:lpstr>
      <vt:lpstr>Spend Your Time Wisely</vt:lpstr>
      <vt:lpstr>Cost of Mismanagement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Management</dc:title>
  <dc:creator>Sidney Higa</dc:creator>
  <cp:lastModifiedBy>Joan Lambert</cp:lastModifiedBy>
  <cp:revision>8</cp:revision>
  <dcterms:created xsi:type="dcterms:W3CDTF">2006-04-18T16:29:51Z</dcterms:created>
  <dcterms:modified xsi:type="dcterms:W3CDTF">2020-06-04T02:53:44Z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TC011594421033</vt:lpwstr>
  </property>
  <property fmtid="{D5CDD505-2E9C-101B-9397-08002B2CF9AE}" pid="3" name="ContentTypeId">
    <vt:lpwstr>0x0101009E1F9B7B5563E546BDCC4FF750137663</vt:lpwstr>
  </property>
  <property fmtid="{D5CDD505-2E9C-101B-9397-08002B2CF9AE}" pid="4" name="Used in Chapter">
    <vt:lpwstr>true</vt:lpwstr>
  </property>
  <property fmtid="{D5CDD505-2E9C-101B-9397-08002B2CF9AE}" pid="5" name="_dlc_DocIdItemGuid">
    <vt:lpwstr>7e8619de-074d-45e6-95da-bcc38470db32</vt:lpwstr>
  </property>
</Properties>
</file>