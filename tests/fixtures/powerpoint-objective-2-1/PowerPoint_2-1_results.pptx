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53" autoAdjust="0"/>
    <p:restoredTop sz="94660"/>
  </p:normalViewPr>
  <p:slideViewPr>
    <p:cSldViewPr snapToGrid="0">
      <p:cViewPr varScale="1">
        <p:scale>
          <a:sx n="57" d="100"/>
          <a:sy n="57" d="100"/>
        </p:scale>
        <p:origin x="9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209E2-DB03-4E50-8BCE-9011E6665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DF16FC-1093-49F2-9059-F4C347432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711CB-7112-4016-8B91-4AB33760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793B-BC10-4C28-9CD8-9C23D392738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B7AD0-3E10-40DE-B46D-233DEA8B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2B0AF-9925-4EDF-832F-1BB38C8ED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A4E02-F257-442A-8C0E-F759D37C9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07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7A2D-0C51-4A1A-BC9A-13E3A5E0D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D213C-9B66-4562-8240-5A8683A13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3F7CA-C9DC-4EDB-8153-7AD37518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793B-BC10-4C28-9CD8-9C23D392738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F0F46-BB31-403D-BD3B-F5DB7BE5E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F05E0-56A7-45EF-BAD8-8E70413A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A4E02-F257-442A-8C0E-F759D37C9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8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E0C6-E48E-45C4-9CF3-1CA099617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0FB3C-98FC-426E-9038-FAE007AC9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0D6EF-5710-4BA3-97D6-31E9C66D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793B-BC10-4C28-9CD8-9C23D392738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574B9-232F-4192-B429-78BCC35B3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B27E1-3266-4549-A905-E81670DF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A4E02-F257-442A-8C0E-F759D37C9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2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34658-1BE0-4245-9E8B-0E853FEA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3DC72-A970-4C37-9CCB-CF78314C9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92DD4-AEE8-42EB-BAAE-B0D2BD7A5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766C1-8394-4C05-BD00-47CAF8492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793B-BC10-4C28-9CD8-9C23D392738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39A52-A8CD-4EC9-BD94-366F38649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68F1B-5833-4931-80EC-89BEF141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A4E02-F257-442A-8C0E-F759D37C9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80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F1780-DE5B-48D1-82B0-2E29E044D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2E58A-60F8-4A90-89A5-1B648CD37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1281E-6F03-41EE-A98D-3DA47DF74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DCC743-D1AA-43E6-BB22-865660CEF3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DA766-A051-4965-AF91-7046D69C8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18BE7F-FFFA-4E67-8A53-053E32F9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793B-BC10-4C28-9CD8-9C23D392738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D21815-F205-4928-A3B2-48C6EBE0C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61BAB8-D278-4B31-8A61-1B35E9F8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A4E02-F257-442A-8C0E-F759D37C9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12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E14F4-D39B-473E-A45A-1F57E92F2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89DD39-9019-432A-9638-94A881C13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793B-BC10-4C28-9CD8-9C23D392738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FF89A-4B32-455B-A081-79B4F4D9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111CE5-B94B-4224-A019-173DEDA75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A4E02-F257-442A-8C0E-F759D37C9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26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1A0D9-D0CE-4D77-B412-2A0D874F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793B-BC10-4C28-9CD8-9C23D392738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57D4EC-0E2D-43CF-AC9E-E12F7BA9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8059A-AD62-4555-B857-899E61FA1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A4E02-F257-442A-8C0E-F759D37C9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18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C58F0-5B53-4A9B-8FF8-D6A0C010F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36435-DF12-4E8C-8659-0A94FB477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40CFD-7241-4357-9AFB-88AD04316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CA4EB-EDC5-4F19-9E4A-33388079F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793B-BC10-4C28-9CD8-9C23D392738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04200-C664-4B6F-B9D8-C2A2E322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1863F-E584-44F3-A744-B1D6385C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A4E02-F257-442A-8C0E-F759D37C9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18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5DD6A-A8EE-4CC8-B93A-1A841E7AC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3B6A60-208D-450A-9B10-D3C70F5EF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D9E4E-4518-4BA6-B933-8FBADD83E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F6CD8-9CA3-463C-8686-95D5D21F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793B-BC10-4C28-9CD8-9C23D392738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ABB89-883E-4019-B728-32E04CA3D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E565D-4CA9-41D1-A280-796B8BFB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A4E02-F257-442A-8C0E-F759D37C9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39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4DF9F-A745-414C-B96A-4D3290A95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5270B-6B5A-4508-993F-2CD3C186F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5613E-CD13-4361-BAFC-1969F6869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793B-BC10-4C28-9CD8-9C23D392738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90988-F082-48D7-BA7B-1EA7447D0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BAAD6-AEA1-42A6-A96C-67323B08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A4E02-F257-442A-8C0E-F759D37C9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4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7D299B-A0E5-4691-9601-3DB8DEBF3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9B33C-9D90-4107-A639-7C6527779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5A442-BF11-4925-AFE3-394A3F2F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D793B-BC10-4C28-9CD8-9C23D392738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9D31-B199-47F7-9CBD-EA267954B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FDBEC-3C73-4FA0-A730-51F9B31FE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A4E02-F257-442A-8C0E-F759D37C9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50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EDB7-93C3-4E8C-9264-66DA536D2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32589-12C0-42D0-91A0-66841CDAF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0C3C9-5234-4E0C-AC42-4295D6BEE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87A1-C1A4-4F6A-B7A8-47DB251E1BE0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D654C-96EA-40A6-9EE2-D27C5EBFE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347F4-E5F4-4751-BA86-3D7FB6325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159B-40D4-4F91-869A-FFEC3772E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22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06E72-682B-46E7-A296-0B1463F0A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2ECE7-DC14-42DF-B032-420B7AD4E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A2F21-F0DF-4F9B-B2A5-EAE7D7254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D793B-BC10-4C28-9CD8-9C23D392738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1873B-22B4-4606-B56D-8CA075B9B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B65FA-6AAF-428C-9C18-78E3AD022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A4E02-F257-442A-8C0E-F759D37C9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9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3C65-5051-472C-9FBF-6AB57CA68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Vacation Options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500E1-6EEF-4FFC-8B8D-01FCF8032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23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4C93F-F090-47D8-9C68-4295E7C7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Cruise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91919-DA35-4510-BD42-7B0DD246F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One price includes transportation, accommodation, and meals</a:t>
            </a:r>
          </a:p>
          <a:p>
            <a:pPr marR="0" lvl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Visit multiple locations without having to unpack and repack</a:t>
            </a:r>
          </a:p>
          <a:p>
            <a:pPr marR="0" lvl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High quality food and personal service</a:t>
            </a:r>
          </a:p>
          <a:p>
            <a:pPr marR="0" lvl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Not good if you suffer from seasickness</a:t>
            </a:r>
          </a:p>
        </p:txBody>
      </p:sp>
    </p:spTree>
    <p:extLst>
      <p:ext uri="{BB962C8B-B14F-4D97-AF65-F5344CB8AC3E}">
        <p14:creationId xmlns:p14="http://schemas.microsoft.com/office/powerpoint/2010/main" val="245620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A2BAB-5738-4994-BD49-C88A8D3C3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Ski Trip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C7C85-4E9B-4FC1-AFDF-D8C219D96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Enjoy snow-capped mountain peaks and scenic views</a:t>
            </a:r>
          </a:p>
          <a:p>
            <a:pPr marR="0" lvl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Comfortable lodgings directly on the ski slopes</a:t>
            </a:r>
          </a:p>
          <a:p>
            <a:pPr marR="0" lvl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Good way to get exercise</a:t>
            </a:r>
          </a:p>
          <a:p>
            <a:pPr marR="0" lvl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Good weather is not guaranteed</a:t>
            </a:r>
          </a:p>
        </p:txBody>
      </p:sp>
    </p:spTree>
    <p:extLst>
      <p:ext uri="{BB962C8B-B14F-4D97-AF65-F5344CB8AC3E}">
        <p14:creationId xmlns:p14="http://schemas.microsoft.com/office/powerpoint/2010/main" val="1085394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4855-C8D6-40E9-9C50-A3A51E9FF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Beach Trip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9F82D-51F2-44FE-96DD-BAD980AC9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Play in the ocean</a:t>
            </a:r>
          </a:p>
          <a:p>
            <a:pPr marR="0" lvl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Build sand castles</a:t>
            </a:r>
          </a:p>
          <a:p>
            <a:pPr marR="0" lvl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Participate in water sports including sailing, snorkeling, and SCUBA diving</a:t>
            </a:r>
          </a:p>
          <a:p>
            <a:pPr marR="0" lvl="0" rtl="0"/>
            <a:r>
              <a:rPr lang="en-US" b="0" i="0" u="none" strike="noStrike" baseline="0">
                <a:solidFill>
                  <a:srgbClr val="2E74B5"/>
                </a:solidFill>
                <a:latin typeface="Times New Roman" panose="02020603050405020304" pitchFamily="18" charset="0"/>
              </a:rPr>
              <a:t>Good weather is not guaranteed</a:t>
            </a:r>
          </a:p>
        </p:txBody>
      </p:sp>
    </p:spTree>
    <p:extLst>
      <p:ext uri="{BB962C8B-B14F-4D97-AF65-F5344CB8AC3E}">
        <p14:creationId xmlns:p14="http://schemas.microsoft.com/office/powerpoint/2010/main" val="564230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86</Words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Vacation Options</vt:lpstr>
      <vt:lpstr>Cruise</vt:lpstr>
      <vt:lpstr>Ski Trip</vt:lpstr>
      <vt:lpstr>Beach Trip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2020-05-19T04:44:15Z</dcterms:created>
  <dcterms:modified xsi:type="dcterms:W3CDTF">2020-05-19T04:49:33Z</dcterms:modified>
</cp:coreProperties>
</file>