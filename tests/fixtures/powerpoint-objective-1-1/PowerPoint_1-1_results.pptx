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48" autoAdjust="0"/>
    <p:restoredTop sz="94660"/>
  </p:normalViewPr>
  <p:slideViewPr>
    <p:cSldViewPr snapToGrid="0">
      <p:cViewPr varScale="1">
        <p:scale>
          <a:sx n="85" d="100"/>
          <a:sy n="85" d="100"/>
        </p:scale>
        <p:origin x="3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87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601C8-3D12-4662-8286-43E7C2F3D143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39390-E030-4BE7-A06C-0AE026F31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79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23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2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y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2374900"/>
            <a:ext cx="8534400" cy="361526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68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9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5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30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4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4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4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20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42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2171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4694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3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F2B1242C-068B-479A-BBE8-B86871A6CAD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25" y="685800"/>
            <a:ext cx="1371487" cy="145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567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4" r:id="rId14"/>
    <p:sldLayoutId id="2147483675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Vacation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6D13A-51A8-492C-8050-EF72BF51AA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6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Cruise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One price includes transportation, accommodation, and meals</a:t>
            </a:r>
          </a:p>
          <a:p>
            <a:pPr lvl="0"/>
            <a:r>
              <a:rPr lang="en-US"/>
              <a:t>Visit many locations without having to unpack and repack</a:t>
            </a:r>
          </a:p>
          <a:p>
            <a:pPr lvl="0"/>
            <a:r>
              <a:rPr lang="en-US"/>
              <a:t>High quality food and personal service</a:t>
            </a:r>
          </a:p>
          <a:p>
            <a:pPr lvl="0"/>
            <a:r>
              <a:rPr lang="en-US"/>
              <a:t>Not good if you suffer from seasickness</a:t>
            </a:r>
          </a:p>
        </p:txBody>
      </p:sp>
    </p:spTree>
    <p:extLst>
      <p:ext uri="{BB962C8B-B14F-4D97-AF65-F5344CB8AC3E}">
        <p14:creationId xmlns:p14="http://schemas.microsoft.com/office/powerpoint/2010/main" val="2774180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 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Enjoy snow-capped mountain peaks and scenic views</a:t>
            </a:r>
          </a:p>
          <a:p>
            <a:pPr lvl="0"/>
            <a:r>
              <a:rPr lang="en-US" dirty="0"/>
              <a:t>Comfortable lodgings directly on the ski slopes</a:t>
            </a:r>
          </a:p>
          <a:p>
            <a:pPr lvl="0"/>
            <a:r>
              <a:rPr lang="en-US" dirty="0"/>
              <a:t>Good way to get exercise</a:t>
            </a:r>
          </a:p>
        </p:txBody>
      </p:sp>
    </p:spTree>
    <p:extLst>
      <p:ext uri="{BB962C8B-B14F-4D97-AF65-F5344CB8AC3E}">
        <p14:creationId xmlns:p14="http://schemas.microsoft.com/office/powerpoint/2010/main" val="127307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Beach 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Play in the ocean</a:t>
            </a:r>
          </a:p>
          <a:p>
            <a:pPr lvl="0"/>
            <a:r>
              <a:rPr lang="en-US" dirty="0"/>
              <a:t>Build sandcastles</a:t>
            </a:r>
          </a:p>
          <a:p>
            <a:pPr lvl="0"/>
            <a:r>
              <a:rPr lang="en-US" dirty="0"/>
              <a:t>Participate in water sports including sailing, snorkeling, and SCUBA diving</a:t>
            </a:r>
          </a:p>
        </p:txBody>
      </p:sp>
    </p:spTree>
    <p:extLst>
      <p:ext uri="{BB962C8B-B14F-4D97-AF65-F5344CB8AC3E}">
        <p14:creationId xmlns:p14="http://schemas.microsoft.com/office/powerpoint/2010/main" val="3820100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6149-B1EE-4347-9A57-C38895C3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Plans!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105AF-E677-4CFE-A619-7252085E6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79030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fae966-843c-4d4f-81a0-161e61761eff">J75KEXXRD6TM-2-15942</_dlc_DocId>
    <_dlc_DocIdUrl xmlns="26fae966-843c-4d4f-81a0-161e61761eff">
      <Url>https://otsi.sharepoint.com/sites/archives/_layouts/15/DocIdRedir.aspx?ID=J75KEXXRD6TM-2-15942</Url>
      <Description>J75KEXXRD6TM-2-15942</Description>
    </_dlc_DocIdUrl>
  </documentManagement>
</p:properties>
</file>

<file path=customXml/itemProps1.xml><?xml version="1.0" encoding="utf-8"?>
<ds:datastoreItem xmlns:ds="http://schemas.openxmlformats.org/officeDocument/2006/customXml" ds:itemID="{1B5B0082-32DA-48CB-9D14-6B04614C3B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B69E0D-9C2B-45D4-A309-39319C77AE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D15E7E9-7721-4B4E-99CF-A34313576D6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1742431A-B270-41BA-87C6-FCE1D989832A}">
  <ds:schemaRefs>
    <ds:schemaRef ds:uri="http://purl.org/dc/elements/1.1/"/>
    <ds:schemaRef ds:uri="http://purl.org/dc/dcmitype/"/>
    <ds:schemaRef ds:uri="b4863681-c067-4c62-bc75-95bf3ac03d16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26fae966-843c-4d4f-81a0-161e61761ef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</TotalTime>
  <Words>79</Words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Century Gothic</vt:lpstr>
      <vt:lpstr>Wingdings 3</vt:lpstr>
      <vt:lpstr>Slice</vt:lpstr>
      <vt:lpstr>Vacation Ideas</vt:lpstr>
      <vt:lpstr>Cruise</vt:lpstr>
      <vt:lpstr>Ski Trip</vt:lpstr>
      <vt:lpstr>Beach Trip</vt:lpstr>
      <vt:lpstr>Let’s Make Plans!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Vacation Options</dc:title>
  <dcterms:created xsi:type="dcterms:W3CDTF">2013-08-21T21:39:23Z</dcterms:created>
  <dcterms:modified xsi:type="dcterms:W3CDTF">2020-05-25T19:17:56Z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0x0101009E1F9B7B5563E546BDCC4FF750137663</vt:lpwstr>
  </property>
  <property fmtid="{D5CDD505-2E9C-101B-9397-08002B2CF9AE}" pid="3" name="_dlc_DocIdItemGuid">
    <vt:lpwstr>c6029646-d17a-4acb-a35f-59e134997856</vt:lpwstr>
  </property>
</Properties>
</file>