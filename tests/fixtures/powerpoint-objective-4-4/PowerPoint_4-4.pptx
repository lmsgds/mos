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9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35" autoAdjust="0"/>
    <p:restoredTop sz="94660"/>
  </p:normalViewPr>
  <p:slideViewPr>
    <p:cSldViewPr snapToGrid="0">
      <p:cViewPr varScale="1">
        <p:scale>
          <a:sx n="89" d="100"/>
          <a:sy n="89" d="100"/>
        </p:scale>
        <p:origin x="12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l">
              <a:defRPr sz="6000" b="1" i="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E66DA5-7751-4D3D-B753-58DF3B418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6/3/2020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8C2A2A-62DB-40C0-8AE7-CB9B98649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01EAA4-F44C-4C1F-B8E3-1A3005300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1B787A8-0D67-4B7E-9B48-86BD906AB6B5}"/>
              </a:ext>
            </a:extLst>
          </p:cNvPr>
          <p:cNvCxnSpPr>
            <a:cxnSpLocks/>
          </p:cNvCxnSpPr>
          <p:nvPr/>
        </p:nvCxnSpPr>
        <p:spPr>
          <a:xfrm>
            <a:off x="715890" y="1114050"/>
            <a:ext cx="0" cy="5735637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40185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7BB2D-4E2C-4490-A2A3-4B68BCC5D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6/3/2020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40F15D-DD72-46D5-BF0F-F50647107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66FD4D-815A-431C-ADEF-DE6F236F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C05CAAB-DBA2-4548-AD5F-01BB97FBB207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21554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FC2D1-D3FE-4B37-8740-57444421F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 b="1" i="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5AF550-086C-426E-A374-85DB395701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A58988-AD39-4AE9-8E6A-0907F0BE2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6/3/2020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366319-82EE-408E-819F-8F8E6DBA7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21C8A6-777F-496D-8620-AE52BFC33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031F83B-57A8-4533-981C-D1FFAD2B6B6F}"/>
              </a:ext>
            </a:extLst>
          </p:cNvPr>
          <p:cNvCxnSpPr>
            <a:cxnSpLocks/>
          </p:cNvCxnSpPr>
          <p:nvPr/>
        </p:nvCxnSpPr>
        <p:spPr>
          <a:xfrm>
            <a:off x="715890" y="1701425"/>
            <a:ext cx="0" cy="5148262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55944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57166-6921-4546-BA2C-99E464681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5B9122-6371-4049-B57A-33DED7DA2F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14555D-0753-4312-A26B-2338813F9B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D8FDCB-69DA-4A8F-8B91-5CFF77897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6/3/2020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AC8C07-E0D3-4464-AE3C-25730D75C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2596A6-734E-4AE0-BFB8-3089137BF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FB7E8F4-3FB3-45AB-A381-9093CA95AAEE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79520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A2D237-A706-4712-90CA-B04517CBBE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E39CA1-2B6D-427E-9688-9093D5865C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D53357-616B-47F4-944B-F979FE9663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6B3EF2-2C04-480F-A570-14E520DD0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6/3/2020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F5783E-3073-4F4D-8B9C-C5B18DDA5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A75FE3-6719-4790-AA00-251BC2A6E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60F34ED-DA60-4CC2-B735-B0EC5D9FEA35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98909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F1DFFF-E5C5-43DF-B71C-7270DB973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6/3/2020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BC03C0-6EB7-4633-967C-12C35768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FF4306-91CD-4B7B-8A53-34BE8F997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7596AF9-469C-436D-B7D2-77952EF1825E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76327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FF36D6-399B-43E3-84DD-9FC5119EC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6/3/2020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234AB7-3B85-4028-A500-5A1BDBF45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1F40F0-9909-442F-BBA4-409D061ED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53C1207-D1C8-49E3-8837-E2B89D366FAE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2859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0F214-646F-4D81-AD12-65628EC98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F71768-C3FA-49EF-99EF-06E6C3B284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DA6F24-ED6C-4D12-A9D6-EE37FBD686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E6AACE-FAFB-4934-8E3C-AB5B21635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6/3/2020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1533EA-D0F8-4C79-8721-F190DE2D2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59BAC9-F101-4394-BBA4-3D21A3497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F3A79C9-7EDC-44F6-AC48-5DD98A7695AD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75285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CB71F-B6C2-4866-BC97-304F78816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5ED73B-8413-478D-80D7-B78B69763B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BDF226-1B94-4D2D-98B3-7B932FB17D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0C4E9A-CA29-4CCD-ACFA-B29F80FBA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6/3/2020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A5B7BE-3F1B-4FF3-B1D7-6E39B99D0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2F18F1-E27E-470E-AE13-4755DEE63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0F08750-B7F2-4119-B151-68DE77481335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8035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AD429-654B-4F0E-94E9-6FEF8EC67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8D60B2-06F5-4567-BE1F-BBA5270537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16F6F2-8269-4B80-8EE3-81FEE0F9D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6/3/2020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BC86E4-3EDE-4EB4-B1A3-A1198AADD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1752B0-ACEC-49EF-8131-FCF35BC5C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A0462E3-375D-4E76-8886-69E06985D069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36228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23B094-F480-477B-901C-7181F88C07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052089-A920-4E52-98DC-8A5DC7B0AC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A074FE-F1B4-421F-A66E-FA351C8F9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6/3/2020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D764BA-3AB2-45FD-ABCB-975B3FDDF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FB3FEF-8252-49FD-82F2-3E5FABC65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AEB5C65-83BB-4EBD-AD22-EDA8489D0F5D}"/>
              </a:ext>
            </a:extLst>
          </p:cNvPr>
          <p:cNvCxnSpPr>
            <a:cxnSpLocks/>
          </p:cNvCxnSpPr>
          <p:nvPr/>
        </p:nvCxnSpPr>
        <p:spPr>
          <a:xfrm flipV="1">
            <a:off x="8313" y="261865"/>
            <a:ext cx="11353802" cy="1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58906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DA4224-F4E4-47A4-ACF7-231749390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679907-DC49-4B86-A34C-C97DBC26A9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DBC8A0-34FC-4B6E-B42B-A721267D89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 i="0" cap="all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4B53A7-3209-46A6-9454-F38EAC8F11E7}" type="datetimeFigureOut">
              <a:rPr lang="en-US" smtClean="0"/>
              <a:pPr/>
              <a:t>6/3/2020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9AC0B6-4CC4-4E41-8A4D-F62E17F285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i="0" cap="all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C0E9BD-90BD-46AE-8A0D-06796ADB76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 i="0" cap="all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CE633F-9882-4A5C-83A2-1109D0C7326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765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2" r:id="rId6"/>
    <p:sldLayoutId id="2147483708" r:id="rId7"/>
    <p:sldLayoutId id="2147483709" r:id="rId8"/>
    <p:sldLayoutId id="2147483710" r:id="rId9"/>
    <p:sldLayoutId id="2147483711" r:id="rId10"/>
    <p:sldLayoutId id="214748371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F672E71-4896-412C-9C70-888CBA0C2F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8FE97D-E38C-4DFD-9885-61E28072A48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696" b="10035"/>
          <a:stretch/>
        </p:blipFill>
        <p:spPr>
          <a:xfrm>
            <a:off x="20" y="-1"/>
            <a:ext cx="12191979" cy="6857999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24FAD405-B1A3-4548-AF6F-946AAC4D32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13735"/>
            <a:ext cx="12192000" cy="2844264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977297" y="4218022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chemeClr val="bg1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5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41138" y="4428031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chemeClr val="bg1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5C4D06-1CA9-4ED0-B3EA-10838CFBDA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4873" y="4293326"/>
            <a:ext cx="6347918" cy="1840590"/>
          </a:xfrm>
        </p:spPr>
        <p:txBody>
          <a:bodyPr anchor="ctr">
            <a:normAutofit/>
          </a:bodyPr>
          <a:lstStyle/>
          <a:p>
            <a:r>
              <a:rPr lang="en-US" sz="5400" dirty="0">
                <a:solidFill>
                  <a:schemeClr val="bg1"/>
                </a:solidFill>
              </a:rPr>
              <a:t>Wild Cats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AD64F7-392B-4B29-BD27-0E6B74B634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49798" y="4284982"/>
            <a:ext cx="3633923" cy="1848934"/>
          </a:xfrm>
        </p:spPr>
        <p:txBody>
          <a:bodyPr anchor="ctr">
            <a:norm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Animal Nature Series</a:t>
            </a:r>
          </a:p>
        </p:txBody>
      </p:sp>
    </p:spTree>
    <p:extLst>
      <p:ext uri="{BB962C8B-B14F-4D97-AF65-F5344CB8AC3E}">
        <p14:creationId xmlns:p14="http://schemas.microsoft.com/office/powerpoint/2010/main" val="33039224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Straight Connector 9">
            <a:extLst>
              <a:ext uri="{FF2B5EF4-FFF2-40B4-BE49-F238E27FC236}">
                <a16:creationId xmlns:a16="http://schemas.microsoft.com/office/drawing/2014/main" id="{D1B787A8-0D67-4B7E-9B48-86BD906AB6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5890" y="1114050"/>
            <a:ext cx="0" cy="5735637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3" name="Rectangle 11">
            <a:extLst>
              <a:ext uri="{FF2B5EF4-FFF2-40B4-BE49-F238E27FC236}">
                <a16:creationId xmlns:a16="http://schemas.microsoft.com/office/drawing/2014/main" id="{DCE1AED4-C7FF-4468-BF54-4470A0A3E2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13">
            <a:extLst>
              <a:ext uri="{FF2B5EF4-FFF2-40B4-BE49-F238E27FC236}">
                <a16:creationId xmlns:a16="http://schemas.microsoft.com/office/drawing/2014/main" id="{BDE94FAB-AA60-43B4-A2C3-3A940B9A95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" y="4530071"/>
            <a:ext cx="12191999" cy="2327926"/>
          </a:xfrm>
          <a:prstGeom prst="rect">
            <a:avLst/>
          </a:prstGeom>
          <a:gradFill flip="none" rotWithShape="1">
            <a:gsLst>
              <a:gs pos="44000">
                <a:schemeClr val="tx1">
                  <a:alpha val="40000"/>
                </a:schemeClr>
              </a:gs>
              <a:gs pos="100000">
                <a:schemeClr val="tx1">
                  <a:alpha val="70000"/>
                </a:schemeClr>
              </a:gs>
              <a:gs pos="0">
                <a:schemeClr val="tx1">
                  <a:alpha val="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2C3386-A05D-482F-8ED3-C32081FFA7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76" y="194345"/>
            <a:ext cx="9144000" cy="115266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b="1" i="0" kern="1200" cap="all" baseline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Furry Felines</a:t>
            </a:r>
          </a:p>
        </p:txBody>
      </p:sp>
    </p:spTree>
    <p:extLst>
      <p:ext uri="{BB962C8B-B14F-4D97-AF65-F5344CB8AC3E}">
        <p14:creationId xmlns:p14="http://schemas.microsoft.com/office/powerpoint/2010/main" val="2303133406"/>
      </p:ext>
    </p:extLst>
  </p:cSld>
  <p:clrMapOvr>
    <a:masterClrMapping/>
  </p:clrMapOvr>
</p:sld>
</file>

<file path=ppt/theme/theme1.xml><?xml version="1.0" encoding="utf-8"?>
<a:theme xmlns:a="http://schemas.openxmlformats.org/drawingml/2006/main" name="GradientVTI">
  <a:themeElements>
    <a:clrScheme name="Gradient">
      <a:dk1>
        <a:sysClr val="windowText" lastClr="000000"/>
      </a:dk1>
      <a:lt1>
        <a:sysClr val="window" lastClr="FFFFFF"/>
      </a:lt1>
      <a:dk2>
        <a:srgbClr val="10013F"/>
      </a:dk2>
      <a:lt2>
        <a:srgbClr val="F2F0FF"/>
      </a:lt2>
      <a:accent1>
        <a:srgbClr val="814DFF"/>
      </a:accent1>
      <a:accent2>
        <a:srgbClr val="243FFF"/>
      </a:accent2>
      <a:accent3>
        <a:srgbClr val="FF83B6"/>
      </a:accent3>
      <a:accent4>
        <a:srgbClr val="FF9022"/>
      </a:accent4>
      <a:accent5>
        <a:srgbClr val="FF1F85"/>
      </a:accent5>
      <a:accent6>
        <a:srgbClr val="1A98FF"/>
      </a:accent6>
      <a:hlink>
        <a:srgbClr val="0563C1"/>
      </a:hlink>
      <a:folHlink>
        <a:srgbClr val="954F72"/>
      </a:folHlink>
    </a:clrScheme>
    <a:fontScheme name="Univers">
      <a:majorFont>
        <a:latin typeface="Univers"/>
        <a:ea typeface=""/>
        <a:cs typeface=""/>
      </a:majorFont>
      <a:minorFont>
        <a:latin typeface="Univer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radientVTI" id="{605F9078-86F9-4258-A3E1-F8EFF02AE8CC}" vid="{4848699B-BB01-41E3-9EC4-3D97DFE5292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7</Words>
  <Application>Microsoft Office PowerPoint</Application>
  <PresentationFormat>Widescreen</PresentationFormat>
  <Paragraphs>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Univers</vt:lpstr>
      <vt:lpstr>GradientVTI</vt:lpstr>
      <vt:lpstr>Wild Cats</vt:lpstr>
      <vt:lpstr>Furry Felines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Wild Cats</dc:title>
  <dc:creator>Joan Lambert</dc:creator>
  <cp:lastModifiedBy>Joan Lambert</cp:lastModifiedBy>
  <cp:revision>4</cp:revision>
  <dcterms:created xsi:type="dcterms:W3CDTF">2020-06-04T03:40:18Z</dcterms:created>
  <dcterms:modified xsi:type="dcterms:W3CDTF">2020-06-04T04:18:53Z</dcterms:modified>
</cp:coreProperties>
</file>