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01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155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59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952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89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63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8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52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0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62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89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6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2" r:id="rId6"/>
    <p:sldLayoutId id="2147483708" r:id="rId7"/>
    <p:sldLayoutId id="2147483709" r:id="rId8"/>
    <p:sldLayoutId id="2147483710" r:id="rId9"/>
    <p:sldLayoutId id="2147483711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672E71-4896-412C-9C70-888CBA0C2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FE97D-E38C-4DFD-9885-61E28072A4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96" b="10035"/>
          <a:stretch/>
        </p:blipFill>
        <p:spPr>
          <a:xfrm>
            <a:off x="20" y="-1"/>
            <a:ext cx="12191979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FAD405-B1A3-4548-AF6F-946AAC4D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735"/>
            <a:ext cx="12192000" cy="2844264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77297" y="4218022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41138" y="4428031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C4D06-1CA9-4ED0-B3EA-10838CFBD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3" y="4293326"/>
            <a:ext cx="6347918" cy="1840590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Wild Cats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D64F7-392B-4B29-BD27-0E6B74B63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9798" y="4284982"/>
            <a:ext cx="3633923" cy="1848934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Animal Nature Series</a:t>
            </a:r>
          </a:p>
        </p:txBody>
      </p:sp>
    </p:spTree>
    <p:extLst>
      <p:ext uri="{BB962C8B-B14F-4D97-AF65-F5344CB8AC3E}">
        <p14:creationId xmlns:p14="http://schemas.microsoft.com/office/powerpoint/2010/main" val="330392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9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11">
            <a:extLst>
              <a:ext uri="{FF2B5EF4-FFF2-40B4-BE49-F238E27FC236}">
                <a16:creationId xmlns:a16="http://schemas.microsoft.com/office/drawing/2014/main" id="{DCE1AED4-C7FF-4468-BF54-4470A0A3E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BDE94FAB-AA60-43B4-A2C3-3A940B9A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44000">
                <a:schemeClr val="tx1">
                  <a:alpha val="40000"/>
                </a:schemeClr>
              </a:gs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C3386-A05D-482F-8ED3-C32081F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76" y="194345"/>
            <a:ext cx="9144000" cy="11526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Furry Felines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7BB764F7-022B-40B0-9C13-7ABD837CE6B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58991188"/>
                  </p:ext>
                </p:extLst>
              </p:nvPr>
            </p:nvGraphicFramePr>
            <p:xfrm>
              <a:off x="0" y="1884"/>
              <a:ext cx="6096000" cy="686027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6096000" cy="6860272"/>
                    </a:xfrm>
                    <a:prstGeom prst="rect">
                      <a:avLst/>
                    </a:prstGeom>
                  </am3d:spPr>
                  <am3d:camera>
                    <am3d:pos x="4881682" y="55003" z="70250148"/>
                    <am3d:up dx="0" dy="36000000" dz="0"/>
                    <am3d:lookAt x="4881682" y="55003" z="0"/>
                    <am3d:perspective fov="1663404"/>
                  </am3d:camera>
                  <am3d:trans>
                    <am3d:meterPerModelUnit n="1953099470" d="1000000"/>
                    <am3d:preTrans dx="0" dy="1327" dz="-1800019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4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7BB764F7-022B-40B0-9C13-7ABD837CE6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1884"/>
                <a:ext cx="6096000" cy="68602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313340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Univers</vt:lpstr>
      <vt:lpstr>GradientVTI</vt:lpstr>
      <vt:lpstr>Wild Cats</vt:lpstr>
      <vt:lpstr>Furry Felines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 Cats</dc:title>
  <dc:creator>Joan Lambert</dc:creator>
  <cp:lastModifiedBy>Joan Lambert</cp:lastModifiedBy>
  <cp:revision>5</cp:revision>
  <dcterms:created xsi:type="dcterms:W3CDTF">2020-06-04T03:40:18Z</dcterms:created>
  <dcterms:modified xsi:type="dcterms:W3CDTF">2020-06-04T04:22:15Z</dcterms:modified>
</cp:coreProperties>
</file>