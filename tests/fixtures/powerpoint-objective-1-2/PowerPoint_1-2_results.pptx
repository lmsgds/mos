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5"/>
  </p:sldMasterIdLst>
  <p:sldIdLst>
    <p:sldId id="256" r:id="rId6"/>
    <p:sldId id="260" r:id="rId7"/>
    <p:sldId id="257" r:id="rId8"/>
    <p:sldId id="258" r:id="rId9"/>
    <p:sldId id="259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21476" autoAdjust="0"/>
    <p:restoredTop sz="94660"/>
  </p:normalViewPr>
  <p:slideViewPr>
    <p:cSldViewPr snapToGrid="0">
      <p:cViewPr varScale="1">
        <p:scale>
          <a:sx n="86" d="100"/>
          <a:sy n="86" d="100"/>
        </p:scale>
        <p:origin x="1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36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82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57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4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15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18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07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7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908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03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71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15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68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684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96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dirty="0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493BE89C-1939-43D5-8939-C64AC5CB3CE5}" type="datetimeFigureOut">
              <a:rPr lang="en-US" smtClean="0"/>
              <a:t>5/25/2020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09CC4BA2-7E7A-48AD-8947-6547F58B7BAA}" type="slidenum">
              <a:rPr lang="en-US" smtClean="0"/>
              <a:t>‹#›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15A7AFD-FC06-4EF1-B7C7-D4E83E1A0463}"/>
              </a:ext>
            </a:extLst>
          </p:cNvPr>
          <p:cNvPicPr>
            <a:picLocks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142" y="4562976"/>
            <a:ext cx="1371487" cy="145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88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Vacation Ideas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6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6000" dirty="0"/>
              <a:t>What will you do this summer?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75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Cruise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Positive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/>
              <a:t>One price includes transportation, accommodation, and meals</a:t>
            </a:r>
          </a:p>
          <a:p>
            <a:pPr lvl="0"/>
            <a:r>
              <a:rPr lang="en-US"/>
              <a:t>Visit many locations without having to unpack and repack</a:t>
            </a:r>
          </a:p>
          <a:p>
            <a:pPr lvl="0"/>
            <a:r>
              <a:rPr lang="en-US"/>
              <a:t>High quality food and personal service</a:t>
            </a:r>
          </a:p>
          <a:p>
            <a:endParaRPr 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Negative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/>
              <a:t>Not good if you suffer from seasickness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180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Ski 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Enjoy snow-capped mountain peaks and scenic views</a:t>
            </a:r>
          </a:p>
          <a:p>
            <a:pPr lvl="0"/>
            <a:r>
              <a:rPr lang="en-US" dirty="0"/>
              <a:t>Comfortable lodgings directly on the ski slopes</a:t>
            </a:r>
          </a:p>
          <a:p>
            <a:pPr lvl="0"/>
            <a:r>
              <a:rPr lang="en-US" dirty="0"/>
              <a:t>Good way to get exercise</a:t>
            </a:r>
          </a:p>
        </p:txBody>
      </p:sp>
    </p:spTree>
    <p:extLst>
      <p:ext uri="{BB962C8B-B14F-4D97-AF65-F5344CB8AC3E}">
        <p14:creationId xmlns:p14="http://schemas.microsoft.com/office/powerpoint/2010/main" val="127307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Beach 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Play in the ocean</a:t>
            </a:r>
          </a:p>
          <a:p>
            <a:pPr lvl="0"/>
            <a:r>
              <a:rPr lang="en-US" dirty="0"/>
              <a:t>Build sandcastles</a:t>
            </a:r>
          </a:p>
          <a:p>
            <a:pPr lvl="0"/>
            <a:r>
              <a:rPr lang="en-US" dirty="0"/>
              <a:t>Participate in water sports including sailing, snorkeling, and SCUBA diving</a:t>
            </a:r>
          </a:p>
        </p:txBody>
      </p:sp>
    </p:spTree>
    <p:extLst>
      <p:ext uri="{BB962C8B-B14F-4D97-AF65-F5344CB8AC3E}">
        <p14:creationId xmlns:p14="http://schemas.microsoft.com/office/powerpoint/2010/main" val="382010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C653-AB52-4567-9258-D4A20286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Plans!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A8240-4BA4-48D4-8440-C3A300CC1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8553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J75KEXXRD6TM-2-15934</_dlc_DocId>
    <_dlc_DocIdUrl xmlns="26fae966-843c-4d4f-81a0-161e61761eff">
      <Url>https://otsi.sharepoint.com/sites/archives/_layouts/15/DocIdRedir.aspx?ID=J75KEXXRD6TM-2-15934</Url>
      <Description>J75KEXXRD6TM-2-15934</Description>
    </_dlc_DocIdUrl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F4B1079-30EB-4EA1-B15A-E8B13D0DD6C0}">
  <ds:schemaRefs>
    <ds:schemaRef ds:uri="http://purl.org/dc/dcmitype/"/>
    <ds:schemaRef ds:uri="http://www.w3.org/XML/1998/namespace"/>
    <ds:schemaRef ds:uri="http://purl.org/dc/terms/"/>
    <ds:schemaRef ds:uri="b1ae2228-c504-4e45-a9cd-f7127473102f"/>
    <ds:schemaRef ds:uri="http://purl.org/dc/elements/1.1/"/>
    <ds:schemaRef ds:uri="http://schemas.microsoft.com/office/2006/documentManagement/types"/>
    <ds:schemaRef ds:uri="26fae966-843c-4d4f-81a0-161e61761eff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8310D0C-4977-4D99-BC02-79C38BAA33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CC21E9-A1E3-44FA-ACF4-2A2A9B2ACE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4B9171E6-2894-4757-AB61-56366159033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377</TotalTime>
  <Words>88</Words>
  <Application>Microsoft Office PowerPoint</Application>
  <PresentationFormat>On-screen Show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Vacation Ideas</vt:lpstr>
      <vt:lpstr>What will you do this summer?</vt:lpstr>
      <vt:lpstr>Cruise</vt:lpstr>
      <vt:lpstr>Ski Trip</vt:lpstr>
      <vt:lpstr>Beach Trip</vt:lpstr>
      <vt:lpstr>Let’s Make Plans!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Vacation Ideas</dc:title>
  <cp:lastModifiedBy>Joan Lambert</cp:lastModifiedBy>
  <cp:revision>3</cp:revision>
  <dcterms:created xsi:type="dcterms:W3CDTF">2013-08-21T21:39:23Z</dcterms:created>
  <dcterms:modified xsi:type="dcterms:W3CDTF">2020-05-25T19:39:12Z</dcterms:modified>
  <cp:contentStatus>In Progress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59062da1-cfb8-482e-be0e-c12f7402b21d</vt:lpwstr>
  </property>
</Properties>
</file>