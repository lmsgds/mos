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8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87690" autoAdjust="0"/>
  </p:normalViewPr>
  <p:slideViewPr>
    <p:cSldViewPr>
      <p:cViewPr varScale="1">
        <p:scale>
          <a:sx n="79" d="100"/>
          <a:sy n="79" d="100"/>
        </p:scale>
        <p:origin x="5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86A476FC-4EC1-4AA0-B5AD-40AB07A1935D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E3ECD38E-D9A4-4F4D-A6FB-6D812D0222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89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A3B448A1-1298-46C9-A73E-B5010B5F916C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984C78DC-442F-43C7-8143-84875167E0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3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7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0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8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1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6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6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7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21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6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9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Buying Trips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Ensuring Successful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spc="100" dirty="0">
                <a:solidFill>
                  <a:schemeClr val="accent4"/>
                </a:solidFill>
              </a:rPr>
              <a:t>Overview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670175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Introduction</a:t>
            </a:r>
          </a:p>
          <a:p>
            <a:pPr marL="0" indent="0">
              <a:buNone/>
            </a:pPr>
            <a:r>
              <a:rPr lang="en-US" dirty="0"/>
              <a:t>Purpose</a:t>
            </a:r>
          </a:p>
          <a:p>
            <a:pPr marL="0" indent="0">
              <a:buNone/>
            </a:pPr>
            <a:r>
              <a:rPr lang="en-US" dirty="0"/>
              <a:t>Preparing for a buying trip</a:t>
            </a:r>
          </a:p>
          <a:p>
            <a:pPr marL="0" indent="0">
              <a:buNone/>
            </a:pPr>
            <a:r>
              <a:rPr lang="en-US" dirty="0"/>
              <a:t>Traveling internationally</a:t>
            </a:r>
          </a:p>
          <a:p>
            <a:pPr marL="0" indent="0">
              <a:buNone/>
            </a:pPr>
            <a:r>
              <a:rPr lang="en-US" dirty="0"/>
              <a:t>Meeting the client</a:t>
            </a:r>
          </a:p>
          <a:p>
            <a:pPr marL="0" indent="0">
              <a:buNone/>
            </a:pPr>
            <a:r>
              <a:rPr lang="en-US" dirty="0"/>
              <a:t>Choosing the merchandise</a:t>
            </a:r>
          </a:p>
          <a:p>
            <a:pPr marL="0" indent="0">
              <a:buNone/>
            </a:pPr>
            <a:r>
              <a:rPr lang="en-US" dirty="0"/>
              <a:t>Closing the deal</a:t>
            </a:r>
          </a:p>
          <a:p>
            <a:pPr marL="0" indent="0">
              <a:buNone/>
            </a:pPr>
            <a:r>
              <a:rPr lang="en-US" dirty="0"/>
              <a:t>Following up</a:t>
            </a:r>
          </a:p>
          <a:p>
            <a:pPr marL="0" indent="0">
              <a:buNone/>
            </a:pPr>
            <a:r>
              <a:rPr lang="en-US" dirty="0"/>
              <a:t>Question and answer session</a:t>
            </a:r>
          </a:p>
          <a:p>
            <a:pPr marL="0" indent="0">
              <a:buNone/>
            </a:pPr>
            <a:r>
              <a:rPr lang="en-US" dirty="0"/>
              <a:t>Book signing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cap="small" spc="100" dirty="0">
                <a:solidFill>
                  <a:schemeClr val="accent4"/>
                </a:solidFill>
              </a:rPr>
              <a:t>Preparing for a Buying Trip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accent2"/>
              </a:buClr>
              <a:buFont typeface="Calibri" panose="020F0502020204030204" pitchFamily="34" charset="0"/>
              <a:buChar char="$"/>
            </a:pPr>
            <a:r>
              <a:rPr lang="en-US" dirty="0"/>
              <a:t>Know your needs</a:t>
            </a:r>
          </a:p>
          <a:p>
            <a:pPr lvl="1" indent="-457200"/>
            <a:r>
              <a:rPr lang="en-US" dirty="0"/>
              <a:t>Know your customers</a:t>
            </a:r>
          </a:p>
          <a:p>
            <a:pPr lvl="1" indent="-457200"/>
            <a:r>
              <a:rPr lang="en-US" dirty="0"/>
              <a:t>Know the current trends</a:t>
            </a:r>
          </a:p>
          <a:p>
            <a:pPr>
              <a:buClr>
                <a:schemeClr val="accent2"/>
              </a:buClr>
              <a:buFont typeface="Calibri" panose="020F0502020204030204" pitchFamily="34" charset="0"/>
              <a:buChar char="$"/>
            </a:pPr>
            <a:r>
              <a:rPr lang="en-US" dirty="0"/>
              <a:t>Set up your meetings</a:t>
            </a:r>
          </a:p>
          <a:p>
            <a:pPr>
              <a:buClr>
                <a:schemeClr val="accent2"/>
              </a:buClr>
              <a:buFont typeface="Calibri" panose="020F0502020204030204" pitchFamily="34" charset="0"/>
              <a:buChar char="$"/>
            </a:pPr>
            <a:r>
              <a:rPr lang="en-US" dirty="0"/>
              <a:t>Plan the itinerary</a:t>
            </a:r>
          </a:p>
          <a:p>
            <a:pPr>
              <a:buClr>
                <a:schemeClr val="accent2"/>
              </a:buClr>
              <a:buFont typeface="Calibri" panose="020F0502020204030204" pitchFamily="34" charset="0"/>
              <a:buChar char="$"/>
            </a:pPr>
            <a:r>
              <a:rPr lang="en-US" dirty="0"/>
              <a:t>Read the Buyer manual</a:t>
            </a:r>
          </a:p>
          <a:p>
            <a:pPr>
              <a:buClr>
                <a:schemeClr val="accent2"/>
              </a:buClr>
              <a:buFont typeface="Calibri" panose="020F0502020204030204" pitchFamily="34" charset="0"/>
              <a:buChar char="$"/>
            </a:pPr>
            <a:r>
              <a:rPr lang="en-US" dirty="0"/>
              <a:t>Pack what you need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 Internationally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Know the culture</a:t>
            </a:r>
          </a:p>
          <a:p>
            <a:r>
              <a:rPr lang="en-US"/>
              <a:t>Read the latest advisories</a:t>
            </a:r>
          </a:p>
          <a:p>
            <a:r>
              <a:rPr lang="en-US"/>
              <a:t>Check your passport</a:t>
            </a:r>
          </a:p>
          <a:p>
            <a:r>
              <a:rPr lang="en-US"/>
              <a:t>Update your immunizations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the Client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proper introductions</a:t>
            </a:r>
          </a:p>
          <a:p>
            <a:r>
              <a:rPr lang="en-US"/>
              <a:t>Dress appropriately</a:t>
            </a:r>
          </a:p>
          <a:p>
            <a:r>
              <a:rPr lang="en-US"/>
              <a:t>Build good relationships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Merchandise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 it available?</a:t>
            </a:r>
          </a:p>
          <a:p>
            <a:r>
              <a:rPr lang="en-US"/>
              <a:t>Is it good quality?</a:t>
            </a:r>
          </a:p>
          <a:p>
            <a:r>
              <a:rPr lang="en-US"/>
              <a:t>What’s the production time?</a:t>
            </a:r>
          </a:p>
          <a:p>
            <a:r>
              <a:rPr lang="en-US"/>
              <a:t>What’s our profit margin?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the Deal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Negotiate terms</a:t>
            </a:r>
          </a:p>
          <a:p>
            <a:r>
              <a:rPr lang="en-US"/>
              <a:t>Mutually commit to a schedule</a:t>
            </a:r>
          </a:p>
          <a:p>
            <a:r>
              <a:rPr lang="en-US"/>
              <a:t>Sign the appropriate contracts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cap="small" spc="100" dirty="0">
                <a:solidFill>
                  <a:schemeClr val="accent4"/>
                </a:solidFill>
              </a:rPr>
              <a:t>Following Up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Submit the paperwork</a:t>
            </a:r>
          </a:p>
          <a:p>
            <a:r>
              <a:rPr lang="en-US" dirty="0"/>
              <a:t>Keep in touch with the clients</a:t>
            </a:r>
          </a:p>
          <a:p>
            <a:r>
              <a:rPr lang="en-US" dirty="0"/>
              <a:t>Track the order</a:t>
            </a:r>
          </a:p>
          <a:p>
            <a:pPr marL="914400" lvl="1" indent="-457200">
              <a:buClr>
                <a:schemeClr val="accent4"/>
              </a:buClr>
              <a:buFont typeface="+mj-lt"/>
              <a:buAutoNum type="alphaUcPeriod"/>
            </a:pPr>
            <a:r>
              <a:rPr lang="en-US" dirty="0"/>
              <a:t>Did it arrive on time?</a:t>
            </a:r>
          </a:p>
          <a:p>
            <a:pPr marL="914400" lvl="1" indent="-457200">
              <a:buClr>
                <a:schemeClr val="accent4"/>
              </a:buClr>
              <a:buFont typeface="+mj-lt"/>
              <a:buAutoNum type="alphaUcPeriod"/>
            </a:pPr>
            <a:r>
              <a:rPr lang="en-US" dirty="0"/>
              <a:t>Did it arrive undamaged?</a:t>
            </a:r>
          </a:p>
          <a:p>
            <a:pPr marL="914400" lvl="1" indent="-457200">
              <a:buClr>
                <a:schemeClr val="accent4"/>
              </a:buClr>
              <a:buFont typeface="+mj-lt"/>
              <a:buAutoNum type="alphaUcPeriod"/>
            </a:pPr>
            <a:r>
              <a:rPr lang="en-US" dirty="0"/>
              <a:t>Was the right quantity received?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155</Words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Buying Trips</vt:lpstr>
      <vt:lpstr>Overview</vt:lpstr>
      <vt:lpstr>Preparing for a Buying Trip</vt:lpstr>
      <vt:lpstr>Traveling Internationally</vt:lpstr>
      <vt:lpstr>Meeting the Client</vt:lpstr>
      <vt:lpstr>Choosing the Merchandise</vt:lpstr>
      <vt:lpstr>Closing the Deal</vt:lpstr>
      <vt:lpstr>Following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dcterms:created xsi:type="dcterms:W3CDTF">2020-05-17T21:39:35Z</dcterms:created>
  <dcterms:modified xsi:type="dcterms:W3CDTF">2020-05-17T21:48:52Z</dcterms:modified>
</cp:coreProperties>
</file>