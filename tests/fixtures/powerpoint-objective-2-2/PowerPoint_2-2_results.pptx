
<file path=[Content_Types].xml><?xml version="1.0" encoding="utf-8"?>
<Types xmlns="http://schemas.openxmlformats.org/package/2006/content-types"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customXml/itemProps4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13.xml" ContentType="application/vnd.openxmlformats-officedocument.presentationml.slideLayout+xml"/>
  <Override PartName="/ppt/slideLayouts/slideLayout1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</Types>
</file>

<file path=_rels/.rels><?xml version="1.0" encoding="UTF-8" standalone="yes"?>
<Relationships xmlns="http://schemas.openxmlformats.org/package/2006/relationships"><Relationship Id="rId3" Type="http://schemas.openxmlformats.org/package/2006/relationships/metadata/core-properties" Target="docProps/core.xml"/><Relationship Id="rId2" Type="http://schemas.openxmlformats.org/package/2006/relationships/metadata/thumbnail" Target="docProps/thumbnail.jpeg"/><Relationship Id="rId1" Type="http://schemas.openxmlformats.org/officeDocument/2006/relationships/officeDocument" Target="ppt/presentation.xml"/><Relationship Id="rId5" Type="http://schemas.openxmlformats.org/officeDocument/2006/relationships/custom-properties" Target="docProps/custom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howSpecialPlsOnTitleSld="0" removePersonalInfoOnSave="1" saveSubsetFonts="1">
  <p:sldMasterIdLst>
    <p:sldMasterId id="2147483648" r:id="rId5"/>
  </p:sldMasterIdLst>
  <p:notesMasterIdLst>
    <p:notesMasterId r:id="rId15"/>
  </p:notesMasterIdLst>
  <p:handoutMasterIdLst>
    <p:handoutMasterId r:id="rId16"/>
  </p:handoutMasterIdLst>
  <p:sldIdLst>
    <p:sldId id="270" r:id="rId6"/>
    <p:sldId id="259" r:id="rId7"/>
    <p:sldId id="275" r:id="rId8"/>
    <p:sldId id="267" r:id="rId9"/>
    <p:sldId id="271" r:id="rId10"/>
    <p:sldId id="268" r:id="rId11"/>
    <p:sldId id="276" r:id="rId12"/>
    <p:sldId id="278" r:id="rId13"/>
    <p:sldId id="279" r:id="rId14"/>
  </p:sldIdLst>
  <p:sldSz cx="12192000" cy="6858000"/>
  <p:notesSz cx="6858000" cy="9144000"/>
  <p:defaultTextStyle>
    <a:defPPr>
      <a:defRPr lang="en-US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>
  <a:tblStyle styleId="{5C22544A-7EE6-4342-B048-85BDC9FD1C3A}" styleName="Medium Style 2 - Accent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5032" autoAdjust="0"/>
    <p:restoredTop sz="94660"/>
  </p:normalViewPr>
  <p:slideViewPr>
    <p:cSldViewPr snapToGrid="0">
      <p:cViewPr varScale="1">
        <p:scale>
          <a:sx n="71" d="100"/>
          <a:sy n="71" d="100"/>
        </p:scale>
        <p:origin x="84" y="378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95" d="100"/>
          <a:sy n="95" d="100"/>
        </p:scale>
        <p:origin x="3582" y="96"/>
      </p:cViewPr>
      <p:guideLst/>
    </p:cSldViewPr>
  </p:notes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3.xml"/><Relationship Id="rId13" Type="http://schemas.openxmlformats.org/officeDocument/2006/relationships/slide" Target="slides/slide8.xml"/><Relationship Id="rId18" Type="http://schemas.openxmlformats.org/officeDocument/2006/relationships/viewProps" Target="viewProps.xml"/><Relationship Id="rId3" Type="http://schemas.openxmlformats.org/officeDocument/2006/relationships/customXml" Target="../customXml/item3.xml"/><Relationship Id="rId7" Type="http://schemas.openxmlformats.org/officeDocument/2006/relationships/slide" Target="slides/slide2.xml"/><Relationship Id="rId12" Type="http://schemas.openxmlformats.org/officeDocument/2006/relationships/slide" Target="slides/slide7.xml"/><Relationship Id="rId17" Type="http://schemas.openxmlformats.org/officeDocument/2006/relationships/presProps" Target="presProps.xml"/><Relationship Id="rId2" Type="http://schemas.openxmlformats.org/officeDocument/2006/relationships/customXml" Target="../customXml/item2.xml"/><Relationship Id="rId16" Type="http://schemas.openxmlformats.org/officeDocument/2006/relationships/handoutMaster" Target="handoutMasters/handoutMaster1.xml"/><Relationship Id="rId20" Type="http://schemas.openxmlformats.org/officeDocument/2006/relationships/tableStyles" Target="tableStyles.xml"/><Relationship Id="rId1" Type="http://schemas.openxmlformats.org/officeDocument/2006/relationships/customXml" Target="../customXml/item1.xml"/><Relationship Id="rId6" Type="http://schemas.openxmlformats.org/officeDocument/2006/relationships/slide" Target="slides/slide1.xml"/><Relationship Id="rId11" Type="http://schemas.openxmlformats.org/officeDocument/2006/relationships/slide" Target="slides/slide6.xml"/><Relationship Id="rId5" Type="http://schemas.openxmlformats.org/officeDocument/2006/relationships/slideMaster" Target="slideMasters/slideMaster1.xml"/><Relationship Id="rId15" Type="http://schemas.openxmlformats.org/officeDocument/2006/relationships/notesMaster" Target="notesMasters/notesMaster1.xml"/><Relationship Id="rId10" Type="http://schemas.openxmlformats.org/officeDocument/2006/relationships/slide" Target="slides/slide5.xml"/><Relationship Id="rId19" Type="http://schemas.openxmlformats.org/officeDocument/2006/relationships/theme" Target="theme/theme1.xml"/><Relationship Id="rId4" Type="http://schemas.openxmlformats.org/officeDocument/2006/relationships/customXml" Target="../customXml/item4.xml"/><Relationship Id="rId9" Type="http://schemas.openxmlformats.org/officeDocument/2006/relationships/slide" Target="slides/slide4.xml"/><Relationship Id="rId14" Type="http://schemas.openxmlformats.org/officeDocument/2006/relationships/slide" Target="slides/slide9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D5A785B-D11D-476E-8FE3-B9A32AAEF3ED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3A5BAD6D-9C3B-46AE-9ED7-53C2ADD3C885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11419942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AC46EEAB-DFFE-48A0-95F8-1347266830D1}" type="datetimeFigureOut">
              <a:rPr lang="en-US" smtClean="0"/>
              <a:t>5/18/2020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/>
              <a:t>Click to 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86C1AB1-D682-4F2C-8579-D9DF0DCC073A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10758743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2.jp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2" Type="http://schemas.openxmlformats.org/officeDocument/2006/relationships/image" Target="../media/image3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jpg"/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5.jpeg"/><Relationship Id="rId1" Type="http://schemas.openxmlformats.org/officeDocument/2006/relationships/slideMaster" Target="../slideMasters/slideMaster1.xml"/></Relationships>
</file>

<file path=ppt/slideLayouts/_rels/slideLayout6.xml.rels><?xml version="1.0" encoding="UTF-8" standalone="yes"?>
<Relationships xmlns="http://schemas.openxmlformats.org/package/2006/relationships"><Relationship Id="rId2" Type="http://schemas.openxmlformats.org/officeDocument/2006/relationships/image" Target="../media/image6.jpeg"/><Relationship Id="rId1" Type="http://schemas.openxmlformats.org/officeDocument/2006/relationships/slideMaster" Target="../slideMasters/slideMaster1.xml"/></Relationships>
</file>

<file path=ppt/slideLayouts/_rels/slideLayout7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le Slide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2513012" y="1371600"/>
            <a:ext cx="7162800" cy="41148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2804160" y="1557867"/>
            <a:ext cx="6583680" cy="256032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66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2804160" y="4185919"/>
            <a:ext cx="6583680" cy="1097278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/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en-US"/>
              <a:t>Click to edit Master subtitle style</a:t>
            </a:r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468490384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6052978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17167436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Summer Section Header">
    <p:bg>
      <p:bgPr>
        <a:blipFill dpi="0" rotWithShape="1">
          <a:blip r:embed="rId2">
            <a:lum/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12921294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utumn 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0454106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Winter Section Header">
    <p:bg>
      <p:bgPr>
        <a:blipFill dpi="0" rotWithShape="1">
          <a:blip r:embed="rId2" cstate="email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5334000" y="762000"/>
            <a:ext cx="6400800" cy="3340100"/>
          </a:xfrm>
          <a:prstGeom prst="rect">
            <a:avLst/>
          </a:prstGeom>
          <a:gradFill>
            <a:gsLst>
              <a:gs pos="417">
                <a:schemeClr val="bg2">
                  <a:lumMod val="35000"/>
                  <a:lumOff val="65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5654040" y="1016001"/>
            <a:ext cx="5760720" cy="1828800"/>
          </a:xfrm>
        </p:spPr>
        <p:txBody>
          <a:bodyPr anchor="b">
            <a:normAutofit/>
          </a:bodyPr>
          <a:lstStyle>
            <a:lvl1pPr algn="ctr">
              <a:lnSpc>
                <a:spcPct val="80000"/>
              </a:lnSpc>
              <a:defRPr sz="54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5654040" y="2980267"/>
            <a:ext cx="5760720" cy="914400"/>
          </a:xfrm>
        </p:spPr>
        <p:txBody>
          <a:bodyPr>
            <a:normAutofit/>
          </a:bodyPr>
          <a:lstStyle>
            <a:lvl1pPr marL="0" indent="0" algn="ctr">
              <a:spcBef>
                <a:spcPts val="1200"/>
              </a:spcBef>
              <a:buNone/>
              <a:defRPr sz="2000">
                <a:solidFill>
                  <a:schemeClr val="tx1"/>
                </a:solidFill>
              </a:defRPr>
            </a:lvl1pPr>
            <a:lvl2pPr marL="45720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/>
              <a:t>Edit Master text styles</a:t>
            </a:r>
          </a:p>
        </p:txBody>
      </p:sp>
    </p:spTree>
    <p:extLst>
      <p:ext uri="{BB962C8B-B14F-4D97-AF65-F5344CB8AC3E}">
        <p14:creationId xmlns:p14="http://schemas.microsoft.com/office/powerpoint/2010/main" val="230534909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 9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1066800" y="2057399"/>
            <a:ext cx="4846320" cy="43434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6278880" y="2057399"/>
            <a:ext cx="4846320" cy="4343401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42779279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tangle 9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Rectangle 10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2" name="Rectangle 11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57399"/>
            <a:ext cx="4846320" cy="868681"/>
          </a:xfrm>
        </p:spPr>
        <p:txBody>
          <a:bodyPr anchor="ctr"/>
          <a:lstStyle>
            <a:lvl1pPr marL="0" indent="0">
              <a:buNone/>
              <a:defRPr sz="2400" b="0" cap="sm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1066800" y="2926080"/>
            <a:ext cx="4846320" cy="34747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6278880" y="2057399"/>
            <a:ext cx="4846320" cy="868681"/>
          </a:xfrm>
        </p:spPr>
        <p:txBody>
          <a:bodyPr anchor="ctr"/>
          <a:lstStyle>
            <a:lvl1pPr marL="0" indent="0">
              <a:buNone/>
              <a:defRPr sz="2400" b="0" cap="small" baseline="0">
                <a:latin typeface="+mj-lt"/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6278880" y="2926080"/>
            <a:ext cx="4846320" cy="3474720"/>
          </a:xfrm>
        </p:spPr>
        <p:txBody>
          <a:bodyPr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3339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Rectangle 5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7" name="Rectangle 6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992949508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092249506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1067" y="1143000"/>
            <a:ext cx="3471334" cy="22859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609599" y="982132"/>
            <a:ext cx="6995160" cy="5074920"/>
          </a:xfrm>
        </p:spPr>
        <p:txBody>
          <a:bodyPr>
            <a:normAutofit/>
          </a:bodyPr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1067" y="3513665"/>
            <a:ext cx="3471333" cy="210312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75345450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2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8111067" y="1143000"/>
            <a:ext cx="3471334" cy="2285999"/>
          </a:xfrm>
        </p:spPr>
        <p:txBody>
          <a:bodyPr anchor="b"/>
          <a:lstStyle>
            <a:lvl1pPr>
              <a:defRPr sz="3200"/>
            </a:lvl1pPr>
          </a:lstStyle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8111067" y="3513665"/>
            <a:ext cx="3471333" cy="2103120"/>
          </a:xfrm>
        </p:spPr>
        <p:txBody>
          <a:bodyPr/>
          <a:lstStyle>
            <a:lvl1pPr marL="0" indent="0">
              <a:spcBef>
                <a:spcPts val="1200"/>
              </a:spcBef>
              <a:buNone/>
              <a:defRPr sz="1600"/>
            </a:lvl1pPr>
            <a:lvl2pPr marL="457200" indent="0">
              <a:buNone/>
              <a:defRPr sz="1400"/>
            </a:lvl2pPr>
            <a:lvl3pPr marL="914400" indent="0">
              <a:buNone/>
              <a:defRPr sz="1200"/>
            </a:lvl3pPr>
            <a:lvl4pPr marL="1371600" indent="0">
              <a:buNone/>
              <a:defRPr sz="1000"/>
            </a:lvl4pPr>
            <a:lvl5pPr marL="1828800" indent="0">
              <a:buNone/>
              <a:defRPr sz="1000"/>
            </a:lvl5pPr>
            <a:lvl6pPr marL="2286000" indent="0">
              <a:buNone/>
              <a:defRPr sz="1000"/>
            </a:lvl6pPr>
            <a:lvl7pPr marL="2743200" indent="0">
              <a:buNone/>
              <a:defRPr sz="1000"/>
            </a:lvl7pPr>
            <a:lvl8pPr marL="3200400" indent="0">
              <a:buNone/>
              <a:defRPr sz="1000"/>
            </a:lvl8pPr>
            <a:lvl9pPr marL="3657600" indent="0">
              <a:buNone/>
              <a:defRPr sz="1000"/>
            </a:lvl9pPr>
          </a:lstStyle>
          <a:p>
            <a:pPr lvl="0"/>
            <a:r>
              <a:rPr lang="en-US"/>
              <a:t>Edit Master text styles</a:t>
            </a:r>
          </a:p>
        </p:txBody>
      </p:sp>
      <p:sp>
        <p:nvSpPr>
          <p:cNvPr id="8" name="Rectangle 7"/>
          <p:cNvSpPr/>
          <p:nvPr/>
        </p:nvSpPr>
        <p:spPr bwMode="ltGray">
          <a:xfrm>
            <a:off x="694265" y="1051560"/>
            <a:ext cx="6858000" cy="4937760"/>
          </a:xfrm>
          <a:prstGeom prst="rect">
            <a:avLst/>
          </a:prstGeom>
          <a:solidFill>
            <a:schemeClr val="bg1"/>
          </a:solidFill>
          <a:ln w="152400">
            <a:solidFill>
              <a:srgbClr val="FFFFFF"/>
            </a:solidFill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772051" y="1143000"/>
            <a:ext cx="6686024" cy="4754880"/>
          </a:xfrm>
          <a:solidFill>
            <a:schemeClr val="bg2">
              <a:lumMod val="40000"/>
              <a:lumOff val="60000"/>
            </a:schemeClr>
          </a:solidFill>
        </p:spPr>
        <p:txBody>
          <a:bodyPr tIns="274320">
            <a:normAutofit/>
          </a:bodyPr>
          <a:lstStyle>
            <a:lvl1pPr marL="0" indent="0" algn="ctr">
              <a:buNone/>
              <a:defRPr sz="24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r>
              <a:rPr lang="en-US"/>
              <a:t>Click icon to add picture</a:t>
            </a:r>
          </a:p>
        </p:txBody>
      </p:sp>
      <p:sp>
        <p:nvSpPr>
          <p:cNvPr id="9" name="Date Placeholder 8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10" name="Footer Placeholder 9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11" name="Slide Number Placeholder 10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8692587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3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tangle 6"/>
          <p:cNvSpPr/>
          <p:nvPr/>
        </p:nvSpPr>
        <p:spPr bwMode="ltGray">
          <a:xfrm>
            <a:off x="-1" y="457200"/>
            <a:ext cx="12188826" cy="1270000"/>
          </a:xfrm>
          <a:prstGeom prst="rect">
            <a:avLst/>
          </a:prstGeom>
          <a:gradFill>
            <a:gsLst>
              <a:gs pos="417">
                <a:schemeClr val="bg2">
                  <a:lumMod val="20000"/>
                  <a:lumOff val="80000"/>
                </a:schemeClr>
              </a:gs>
              <a:gs pos="100000">
                <a:schemeClr val="bg2"/>
              </a:gs>
            </a:gsLst>
            <a:lin ang="5400000" scaled="0"/>
          </a:gradFill>
          <a:ln w="152400">
            <a:noFill/>
            <a:miter lim="800000"/>
          </a:ln>
          <a:scene3d>
            <a:camera prst="orthographicFront"/>
            <a:lightRig rig="threePt" dir="t"/>
          </a:scene3d>
          <a:sp3d>
            <a:contourClr>
              <a:srgbClr val="B0BCBC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8" name="Rectangle 7"/>
          <p:cNvSpPr/>
          <p:nvPr/>
        </p:nvSpPr>
        <p:spPr bwMode="ltGray">
          <a:xfrm>
            <a:off x="0" y="1697736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/>
          <p:cNvSpPr/>
          <p:nvPr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448079935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Layouts/slideLayout14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9296400" y="846666"/>
            <a:ext cx="1828800" cy="5554133"/>
          </a:xfrm>
        </p:spPr>
        <p:txBody>
          <a:bodyPr vert="eaVert"/>
          <a:lstStyle/>
          <a:p>
            <a:r>
              <a:rPr lang="en-US"/>
              <a:t>Click to edit Master title style</a:t>
            </a:r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1066798" y="846666"/>
            <a:ext cx="7863840" cy="5554133"/>
          </a:xfrm>
        </p:spPr>
        <p:txBody>
          <a:bodyPr vert="eaVert"/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33007757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Layout>
</file>

<file path=ppt/slideMasters/_rels/slideMaster1.xml.rels><?xml version="1.0" encoding="UTF-8" standalone="yes"?>
<Relationships xmlns="http://schemas.openxmlformats.org/package/2006/relationships"><Relationship Id="rId8" Type="http://schemas.openxmlformats.org/officeDocument/2006/relationships/slideLayout" Target="../slideLayouts/slideLayout8.xml"/><Relationship Id="rId13" Type="http://schemas.openxmlformats.org/officeDocument/2006/relationships/slideLayout" Target="../slideLayouts/slideLayout13.xml"/><Relationship Id="rId3" Type="http://schemas.openxmlformats.org/officeDocument/2006/relationships/slideLayout" Target="../slideLayouts/slideLayout3.xml"/><Relationship Id="rId7" Type="http://schemas.openxmlformats.org/officeDocument/2006/relationships/slideLayout" Target="../slideLayouts/slideLayout7.xml"/><Relationship Id="rId12" Type="http://schemas.openxmlformats.org/officeDocument/2006/relationships/slideLayout" Target="../slideLayouts/slideLayout12.xml"/><Relationship Id="rId2" Type="http://schemas.openxmlformats.org/officeDocument/2006/relationships/slideLayout" Target="../slideLayouts/slideLayout2.xml"/><Relationship Id="rId16" Type="http://schemas.openxmlformats.org/officeDocument/2006/relationships/image" Target="../media/image1.jpeg"/><Relationship Id="rId1" Type="http://schemas.openxmlformats.org/officeDocument/2006/relationships/slideLayout" Target="../slideLayouts/slideLayout1.xml"/><Relationship Id="rId6" Type="http://schemas.openxmlformats.org/officeDocument/2006/relationships/slideLayout" Target="../slideLayouts/slideLayout6.xml"/><Relationship Id="rId11" Type="http://schemas.openxmlformats.org/officeDocument/2006/relationships/slideLayout" Target="../slideLayouts/slideLayout11.xml"/><Relationship Id="rId5" Type="http://schemas.openxmlformats.org/officeDocument/2006/relationships/slideLayout" Target="../slideLayouts/slideLayout5.xml"/><Relationship Id="rId15" Type="http://schemas.openxmlformats.org/officeDocument/2006/relationships/theme" Target="../theme/theme1.xml"/><Relationship Id="rId10" Type="http://schemas.openxmlformats.org/officeDocument/2006/relationships/slideLayout" Target="../slideLayouts/slideLayout10.xml"/><Relationship Id="rId4" Type="http://schemas.openxmlformats.org/officeDocument/2006/relationships/slideLayout" Target="../slideLayouts/slideLayout4.xml"/><Relationship Id="rId9" Type="http://schemas.openxmlformats.org/officeDocument/2006/relationships/slideLayout" Target="../slideLayouts/slideLayout9.xml"/><Relationship Id="rId14" Type="http://schemas.openxmlformats.org/officeDocument/2006/relationships/slideLayout" Target="../slideLayouts/slideLayout1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" name="Picture 6"/>
          <p:cNvPicPr>
            <a:picLocks noChangeAspect="1"/>
          </p:cNvPicPr>
          <p:nvPr userDrawn="1"/>
        </p:nvPicPr>
        <p:blipFill>
          <a:blip r:embed="rId16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0" y="0"/>
            <a:ext cx="12188952" cy="455411"/>
          </a:xfrm>
          <a:prstGeom prst="rect">
            <a:avLst/>
          </a:prstGeom>
        </p:spPr>
      </p:pic>
      <p:sp>
        <p:nvSpPr>
          <p:cNvPr id="10" name="Rectangle 9"/>
          <p:cNvSpPr/>
          <p:nvPr userDrawn="1"/>
        </p:nvSpPr>
        <p:spPr bwMode="ltGray">
          <a:xfrm>
            <a:off x="0" y="457200"/>
            <a:ext cx="12188825" cy="54864"/>
          </a:xfrm>
          <a:prstGeom prst="rect">
            <a:avLst/>
          </a:prstGeom>
          <a:solidFill>
            <a:schemeClr val="bg1"/>
          </a:solidFill>
          <a:ln w="152400">
            <a:noFill/>
            <a:miter lim="800000"/>
          </a:ln>
          <a:scene3d>
            <a:camera prst="orthographicFront"/>
            <a:lightRig rig="threePt" dir="t"/>
          </a:scene3d>
          <a:sp3d contourW="12700">
            <a:contourClr>
              <a:schemeClr val="bg2">
                <a:lumMod val="60000"/>
                <a:lumOff val="40000"/>
              </a:schemeClr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066800" y="562302"/>
            <a:ext cx="10058400" cy="109728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r>
              <a:rPr lang="en-US"/>
              <a:t>Click to edit Master title style</a:t>
            </a:r>
            <a:endParaRPr lang="en-US" dirty="0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066800" y="2057400"/>
            <a:ext cx="10058400" cy="434340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/>
              <a:t>Edit Master text styles</a:t>
            </a:r>
          </a:p>
          <a:p>
            <a:pPr lvl="1"/>
            <a:r>
              <a:rPr lang="en-US"/>
              <a:t>Second level</a:t>
            </a:r>
          </a:p>
          <a:p>
            <a:pPr lvl="2"/>
            <a:r>
              <a:rPr lang="en-US"/>
              <a:t>Third level</a:t>
            </a:r>
          </a:p>
          <a:p>
            <a:pPr lvl="3"/>
            <a:r>
              <a:rPr lang="en-US"/>
              <a:t>Fourth level</a:t>
            </a:r>
          </a:p>
          <a:p>
            <a:pPr lvl="4"/>
            <a:r>
              <a:rPr lang="en-US"/>
              <a:t>Fifth level</a:t>
            </a:r>
            <a:endParaRPr lang="en-US" dirty="0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8382000" y="6519333"/>
            <a:ext cx="16002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1066800" y="6519333"/>
            <a:ext cx="70866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chemeClr val="tx1"/>
                </a:solidFill>
              </a:defRPr>
            </a:lvl1pPr>
          </a:lstStyle>
          <a:p>
            <a:r>
              <a:rPr lang="en-US"/>
              <a:t>My Presentation</a:t>
            </a:r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10210800" y="6519333"/>
            <a:ext cx="914400" cy="202142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chemeClr val="tx1"/>
                </a:solidFill>
              </a:defRPr>
            </a:lvl1pPr>
          </a:lstStyle>
          <a:p>
            <a:fld id="{5E3DCFCC-8C7B-4574-91B2-C3342261C6C2}" type="slidenum">
              <a:rPr lang="en-US" smtClean="0"/>
              <a:pPr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796578680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60" r:id="rId4"/>
    <p:sldLayoutId id="2147483661" r:id="rId5"/>
    <p:sldLayoutId id="2147483662" r:id="rId6"/>
    <p:sldLayoutId id="2147483652" r:id="rId7"/>
    <p:sldLayoutId id="2147483653" r:id="rId8"/>
    <p:sldLayoutId id="2147483654" r:id="rId9"/>
    <p:sldLayoutId id="2147483655" r:id="rId10"/>
    <p:sldLayoutId id="2147483656" r:id="rId11"/>
    <p:sldLayoutId id="2147483657" r:id="rId12"/>
    <p:sldLayoutId id="2147483658" r:id="rId13"/>
    <p:sldLayoutId id="2147483659" r:id="rId14"/>
  </p:sldLayoutIdLst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  <p:hf hd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3600" kern="1200" cap="small" baseline="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8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2400" kern="1200">
          <a:solidFill>
            <a:schemeClr val="tx1"/>
          </a:solidFill>
          <a:latin typeface="+mn-lt"/>
          <a:ea typeface="+mn-ea"/>
          <a:cs typeface="+mn-cs"/>
        </a:defRPr>
      </a:lvl1pPr>
      <a:lvl2pPr marL="502920" indent="-228600" algn="l" defTabSz="914400" rtl="0" eaLnBrk="1" latinLnBrk="0" hangingPunct="1">
        <a:lnSpc>
          <a:spcPct val="90000"/>
        </a:lnSpc>
        <a:spcBef>
          <a:spcPts val="12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2000" kern="1200">
          <a:solidFill>
            <a:schemeClr val="tx1"/>
          </a:solidFill>
          <a:latin typeface="+mn-lt"/>
          <a:ea typeface="+mn-ea"/>
          <a:cs typeface="+mn-cs"/>
        </a:defRPr>
      </a:lvl2pPr>
      <a:lvl3pPr marL="777240" indent="-228600" algn="l" defTabSz="914400" rtl="0" eaLnBrk="1" latinLnBrk="0" hangingPunct="1">
        <a:lnSpc>
          <a:spcPct val="90000"/>
        </a:lnSpc>
        <a:spcBef>
          <a:spcPts val="8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05156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4pPr>
      <a:lvl5pPr marL="132588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5pPr>
      <a:lvl6pPr marL="160020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6pPr>
      <a:lvl7pPr marL="187452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7pPr>
      <a:lvl8pPr marL="214884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8pPr>
      <a:lvl9pPr marL="2423160" indent="-182880" algn="l" defTabSz="914400" rtl="0" eaLnBrk="1" latinLnBrk="0" hangingPunct="1">
        <a:lnSpc>
          <a:spcPct val="90000"/>
        </a:lnSpc>
        <a:spcBef>
          <a:spcPts val="600"/>
        </a:spcBef>
        <a:buClr>
          <a:schemeClr val="bg2"/>
        </a:buClr>
        <a:buSzPct val="90000"/>
        <a:buFont typeface="Wingdings" panose="05000000000000000000" pitchFamily="2" charset="2"/>
        <a:buChar char="§"/>
        <a:defRPr sz="16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  <p:extLst>
    <p:ext uri="{27BBF7A9-308A-43DC-89C8-2F10F3537804}">
      <p15:sldGuideLst xmlns:p15="http://schemas.microsoft.com/office/powerpoint/2012/main">
        <p15:guide id="1" orient="horz" pos="2160" userDrawn="1">
          <p15:clr>
            <a:srgbClr val="F26B43"/>
          </p15:clr>
        </p15:guide>
        <p15:guide id="2" pos="3840" userDrawn="1">
          <p15:clr>
            <a:srgbClr val="F26B43"/>
          </p15:clr>
        </p15:guide>
      </p15:sldGuideLst>
    </p:ext>
  </p:extLst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7.jpe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image" Target="../media/image8.jpeg"/><Relationship Id="rId1" Type="http://schemas.openxmlformats.org/officeDocument/2006/relationships/slideLayout" Target="../slideLayouts/slideLayout8.xml"/></Relationships>
</file>

<file path=ppt/slides/_rels/slide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5.xml"/></Relationships>
</file>

<file path=ppt/slides/_rels/slide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_rels/slide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6.xml"/></Relationships>
</file>

<file path=ppt/slides/_rels/slide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blipFill>
          <a:blip r:embed="rId2"/>
          <a:tile tx="0" ty="0" sx="100000" sy="100000" flip="none" algn="tl"/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rPr lang="en-US" dirty="0"/>
              <a:t>Insert and Format Slides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rPr lang="en-US" dirty="0"/>
              <a:t>Microsoft Office Specialist Study Guide for PowerPoint 2019</a:t>
            </a:r>
          </a:p>
        </p:txBody>
      </p:sp>
    </p:spTree>
    <p:extLst>
      <p:ext uri="{BB962C8B-B14F-4D97-AF65-F5344CB8AC3E}">
        <p14:creationId xmlns:p14="http://schemas.microsoft.com/office/powerpoint/2010/main" val="2614072779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Spring Into Action</a:t>
            </a:r>
          </a:p>
        </p:txBody>
      </p:sp>
    </p:spTree>
    <p:extLst>
      <p:ext uri="{BB962C8B-B14F-4D97-AF65-F5344CB8AC3E}">
        <p14:creationId xmlns:p14="http://schemas.microsoft.com/office/powerpoint/2010/main" val="1932651141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Grow Your Own Gardener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>
            <a:normAutofit fontScale="92500" lnSpcReduction="20000"/>
          </a:bodyPr>
          <a:lstStyle/>
          <a:p>
            <a:r>
              <a:rPr lang="en-US" dirty="0"/>
              <a:t>Time together in the garden offers many opportunities for sharing information with youth</a:t>
            </a:r>
          </a:p>
        </p:txBody>
      </p:sp>
      <p:pic>
        <p:nvPicPr>
          <p:cNvPr id="5" name="Picture Placeholder 4" descr="Woman and young girl gardening" title="Sample picture"/>
          <p:cNvPicPr>
            <a:picLocks noGrp="1" noChangeAspect="1"/>
          </p:cNvPicPr>
          <p:nvPr>
            <p:ph sz="half" idx="2"/>
          </p:nvPr>
        </p:nvPicPr>
        <p:blipFill>
          <a:blip r:embed="rId2" cstate="email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1066800" y="2942830"/>
            <a:ext cx="4846638" cy="3440903"/>
          </a:xfrm>
        </p:spPr>
      </p:pic>
      <p:sp>
        <p:nvSpPr>
          <p:cNvPr id="4" name="Text Placeholder 3">
            <a:extLst>
              <a:ext uri="{FF2B5EF4-FFF2-40B4-BE49-F238E27FC236}">
                <a16:creationId xmlns:a16="http://schemas.microsoft.com/office/drawing/2014/main" id="{28333DC1-EFA3-4DD4-B132-9DB646DF4A95}"/>
              </a:ext>
            </a:extLst>
          </p:cNvPr>
          <p:cNvSpPr>
            <a:spLocks noGrp="1"/>
          </p:cNvSpPr>
          <p:nvPr>
            <p:ph type="body" sz="quarter" idx="3"/>
          </p:nvPr>
        </p:nvSpPr>
        <p:spPr/>
        <p:txBody>
          <a:bodyPr>
            <a:normAutofit fontScale="92500" lnSpcReduction="20000"/>
          </a:bodyPr>
          <a:lstStyle/>
          <a:p>
            <a:endParaRPr lang="en-US"/>
          </a:p>
        </p:txBody>
      </p:sp>
      <p:sp>
        <p:nvSpPr>
          <p:cNvPr id="6" name="Content Placeholder 5">
            <a:extLst>
              <a:ext uri="{FF2B5EF4-FFF2-40B4-BE49-F238E27FC236}">
                <a16:creationId xmlns:a16="http://schemas.microsoft.com/office/drawing/2014/main" id="{56B05E1B-7AB1-4F82-BD26-6C0318D6A2E4}"/>
              </a:ext>
            </a:extLst>
          </p:cNvPr>
          <p:cNvSpPr>
            <a:spLocks noGrp="1"/>
          </p:cNvSpPr>
          <p:nvPr>
            <p:ph sz="quarter" idx="4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Footer Placeholder 6">
            <a:extLst>
              <a:ext uri="{FF2B5EF4-FFF2-40B4-BE49-F238E27FC236}">
                <a16:creationId xmlns:a16="http://schemas.microsoft.com/office/drawing/2014/main" id="{B51078BF-CA7C-4580-98C2-C5D25014CFB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8" name="Slide Number Placeholder 7">
            <a:extLst>
              <a:ext uri="{FF2B5EF4-FFF2-40B4-BE49-F238E27FC236}">
                <a16:creationId xmlns:a16="http://schemas.microsoft.com/office/drawing/2014/main" id="{8D21FD2E-36AE-4D3D-94C7-5997970C5CAE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131334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Summer Savings</a:t>
            </a:r>
          </a:p>
        </p:txBody>
      </p:sp>
    </p:spTree>
    <p:extLst>
      <p:ext uri="{BB962C8B-B14F-4D97-AF65-F5344CB8AC3E}">
        <p14:creationId xmlns:p14="http://schemas.microsoft.com/office/powerpoint/2010/main" val="21784552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Plant succulents and ground cover that retain water within the soil</a:t>
            </a:r>
          </a:p>
          <a:p>
            <a:r>
              <a:rPr lang="en-US" dirty="0"/>
              <a:t>Decorate a portion of your landscape with rocks, colored concrete, or colored glass</a:t>
            </a:r>
          </a:p>
          <a:p>
            <a:r>
              <a:rPr lang="en-US" dirty="0"/>
              <a:t>During hot periods, check sprinklers weekly for damaged heads and to ensure they’re delivering water where it’s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B2066C1E-C3BA-4FFA-BBE0-F29F742F9A4D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193FA199-376A-401F-9F93-86E652DF4D0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2653460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en-US" dirty="0"/>
              <a:t>Falling Rates</a:t>
            </a:r>
          </a:p>
        </p:txBody>
      </p:sp>
    </p:spTree>
    <p:extLst>
      <p:ext uri="{BB962C8B-B14F-4D97-AF65-F5344CB8AC3E}">
        <p14:creationId xmlns:p14="http://schemas.microsoft.com/office/powerpoint/2010/main" val="2456326518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 show="0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3" name="Footer Placeholder 2">
            <a:extLst>
              <a:ext uri="{FF2B5EF4-FFF2-40B4-BE49-F238E27FC236}">
                <a16:creationId xmlns:a16="http://schemas.microsoft.com/office/drawing/2014/main" id="{C65EEC02-E661-4F6A-85F2-07F796E12F0E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10DEA3A-B75D-403D-B444-F6D8E7F4E564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51790577"/>
      </p:ext>
    </p:extLst>
  </p:cSld>
  <p:clrMapOvr>
    <a:masterClrMapping/>
  </p:clrMapOvr>
  <mc:AlternateContent xmlns:mc="http://schemas.openxmlformats.org/markup-compatibility/2006">
    <mc:Choice xmlns:p14="http://schemas.microsoft.com/office/powerpoint/2010/main" Requires="p14">
      <p:transition spd="med" p14:dur="700">
        <p:fade/>
      </p:transition>
    </mc:Choice>
    <mc:Fallback>
      <p:transition spd="med">
        <p:fade/>
      </p:transition>
    </mc:Fallback>
  </mc:AlternateContent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id="{7AA26ECC-A08E-4216-8A69-AFB527AA256B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Winter Wonders</a:t>
            </a:r>
          </a:p>
        </p:txBody>
      </p:sp>
      <p:sp>
        <p:nvSpPr>
          <p:cNvPr id="3" name="Text Placeholder 2">
            <a:extLst>
              <a:ext uri="{FF2B5EF4-FFF2-40B4-BE49-F238E27FC236}">
                <a16:creationId xmlns:a16="http://schemas.microsoft.com/office/drawing/2014/main" id="{DF5299FE-BEA6-4A7B-B664-96804FAEB6F5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304433300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dirty="0"/>
              <a:t>Water Conservation</a:t>
            </a:r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r>
              <a:rPr lang="en-US" dirty="0"/>
              <a:t>Plant succulents and ground cover that retain water within the soil</a:t>
            </a:r>
          </a:p>
          <a:p>
            <a:r>
              <a:rPr lang="en-US" dirty="0"/>
              <a:t>Decorate a portion of your landscape with rocks, colored concrete, or colored glass</a:t>
            </a:r>
          </a:p>
          <a:p>
            <a:r>
              <a:rPr lang="en-US" dirty="0"/>
              <a:t>During hot periods, check sprinklers weekly for damaged heads and to ensure they’re delivering water where it’s needed</a:t>
            </a:r>
          </a:p>
        </p:txBody>
      </p:sp>
      <p:sp>
        <p:nvSpPr>
          <p:cNvPr id="4" name="Footer Placeholder 3">
            <a:extLst>
              <a:ext uri="{FF2B5EF4-FFF2-40B4-BE49-F238E27FC236}">
                <a16:creationId xmlns:a16="http://schemas.microsoft.com/office/drawing/2014/main" id="{EBA1A809-678C-431B-AF93-EF934EC8F6C6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r>
              <a:rPr lang="en-US"/>
              <a:t>My Presentation</a:t>
            </a:r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id="{3CD3534D-3175-4D94-A5C1-ECA704B70A9A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5E3DCFCC-8C7B-4574-91B2-C3342261C6C2}" type="slidenum">
              <a:rPr lang="en-US" smtClean="0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06061142"/>
      </p:ext>
    </p:extLst>
  </p:cSld>
  <p:clrMapOvr>
    <a:masterClrMapping/>
  </p:clrMapOvr>
  <mc:AlternateContent xmlns:mc="http://schemas.openxmlformats.org/markup-compatibility/2006" xmlns:p14="http://schemas.microsoft.com/office/powerpoint/2010/main">
    <mc:Choice Requires="p14">
      <p:transition spd="med" p14:dur="700">
        <p:fade/>
      </p:transition>
    </mc:Choice>
    <mc:Fallback xmlns="">
      <p:transition spd="med">
        <p:fade/>
      </p:transition>
    </mc:Fallback>
  </mc:AlternateContent>
</p:sld>
</file>

<file path=ppt/theme/theme1.xml><?xml version="1.0" encoding="utf-8"?>
<a:theme xmlns:a="http://schemas.openxmlformats.org/drawingml/2006/main" name="Four Seasons 16x9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FourSeasons_16x9.potx" id="{C09F2ED6-7B68-4305-826F-E326D3225887}" vid="{B7CA04BF-89D1-446E-AA25-D46A14229824}"/>
    </a:ext>
  </a:extLst>
</a:theme>
</file>

<file path=ppt/theme/theme2.xml><?xml version="1.0" encoding="utf-8"?>
<a:theme xmlns:a="http://schemas.openxmlformats.org/drawingml/2006/main" name="Office Theme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 Theme">
  <a:themeElements>
    <a:clrScheme name="Four Seasons">
      <a:dk1>
        <a:sysClr val="windowText" lastClr="000000"/>
      </a:dk1>
      <a:lt1>
        <a:sysClr val="window" lastClr="FFFFFF"/>
      </a:lt1>
      <a:dk2>
        <a:srgbClr val="6B7F7F"/>
      </a:dk2>
      <a:lt2>
        <a:srgbClr val="B0BCBC"/>
      </a:lt2>
      <a:accent1>
        <a:srgbClr val="7DB41B"/>
      </a:accent1>
      <a:accent2>
        <a:srgbClr val="ED8A05"/>
      </a:accent2>
      <a:accent3>
        <a:srgbClr val="288DFC"/>
      </a:accent3>
      <a:accent4>
        <a:srgbClr val="36D2B8"/>
      </a:accent4>
      <a:accent5>
        <a:srgbClr val="F5B605"/>
      </a:accent5>
      <a:accent6>
        <a:srgbClr val="E75524"/>
      </a:accent6>
      <a:hlink>
        <a:srgbClr val="ED8A05"/>
      </a:hlink>
      <a:folHlink>
        <a:srgbClr val="B0BCBC"/>
      </a:folHlink>
    </a:clrScheme>
    <a:fontScheme name="Constantia-Calibri">
      <a:majorFont>
        <a:latin typeface="Constantia"/>
        <a:ea typeface=""/>
        <a:cs typeface=""/>
      </a:majorFont>
      <a:minorFont>
        <a:latin typeface="Calibri"/>
        <a:ea typeface=""/>
        <a:cs typeface="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_rels/item4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4.xml"/></Relationships>
</file>

<file path=customXml/item1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>
    <_dlc_DocId xmlns="26fae966-843c-4d4f-81a0-161e61761eff">J75KEXXRD6TM-2-15946</_dlc_DocId>
    <_dlc_DocIdUrl xmlns="26fae966-843c-4d4f-81a0-161e61761eff">
      <Url>https://otsi.sharepoint.com/sites/archives/_layouts/15/DocIdRedir.aspx?ID=J75KEXXRD6TM-2-15946</Url>
      <Description>J75KEXXRD6TM-2-15946</Description>
    </_dlc_DocIdUrl>
  </documentManagement>
</p:properties>
</file>

<file path=customXml/item2.xml><?xml version="1.0" encoding="utf-8"?>
<?mso-contentType ?>
<spe:Receivers xmlns:spe="http://schemas.microsoft.com/sharepoint/events">
  <Receiver>
    <Name>Document ID Generator</Name>
    <Synchronization>Synchronous</Synchronization>
    <Type>10001</Type>
    <SequenceNumber>1000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10002</Type>
    <SequenceNumber>1001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10004</Type>
    <SequenceNumber>1002</SequenceNumber>
    <Url/>
    <Assembly>Microsoft.Office.DocumentManagement, Version=16.0.0.0, Culture=neutral, PublicKeyToken=71e9bce111e9429c</Assembly>
    <Class>Microsoft.Office.DocumentManagement.Internal.DocIdHandler</Class>
    <Data/>
    <Filter/>
  </Receiver>
  <Receiver>
    <Name>Document ID Generator</Name>
    <Synchronization>Synchronous</Synchronization>
    <Type>10006</Type>
    <SequenceNumber>1003</SequenceNumber>
    <Url/>
    <Assembly>Microsoft.Office.DocumentManagement, Version=16.0.0.0, Culture=neutral, PublicKeyToken=71e9bce111e9429c</Assembly>
    <Class>Microsoft.Office.DocumentManagement.Internal.DocIdHandler</Class>
    <Data/>
    <Filter/>
  </Receiver>
</spe:Receivers>
</file>

<file path=customXml/item3.xml><?xml version="1.0" encoding="utf-8"?>
<ct:contentTypeSchema xmlns:ct="http://schemas.microsoft.com/office/2006/metadata/contentType" xmlns:ma="http://schemas.microsoft.com/office/2006/metadata/properties/metaAttributes" ct:_="" ma:_="" ma:contentTypeName="Document" ma:contentTypeID="0x0101009E1F9B7B5563E546BDCC4FF750137663" ma:contentTypeVersion="9" ma:contentTypeDescription="Create a new document." ma:contentTypeScope="" ma:versionID="8513bfaeccee3a29edeed2ebc50cefbd">
  <xsd:schema xmlns:xsd="http://www.w3.org/2001/XMLSchema" xmlns:xs="http://www.w3.org/2001/XMLSchema" xmlns:p="http://schemas.microsoft.com/office/2006/metadata/properties" xmlns:ns2="26fae966-843c-4d4f-81a0-161e61761eff" xmlns:ns3="b1ae2228-c504-4e45-a9cd-f7127473102f" targetNamespace="http://schemas.microsoft.com/office/2006/metadata/properties" ma:root="true" ma:fieldsID="16db1d309f1c262f660d08fc4ebdfc9e" ns2:_="" ns3:_="">
    <xsd:import namespace="26fae966-843c-4d4f-81a0-161e61761eff"/>
    <xsd:import namespace="b1ae2228-c504-4e45-a9cd-f7127473102f"/>
    <xsd:element name="properties">
      <xsd:complexType>
        <xsd:sequence>
          <xsd:element name="documentManagement">
            <xsd:complexType>
              <xsd:all>
                <xsd:element ref="ns2:_dlc_DocId" minOccurs="0"/>
                <xsd:element ref="ns2:_dlc_DocIdUrl" minOccurs="0"/>
                <xsd:element ref="ns2:_dlc_DocIdPersistId" minOccurs="0"/>
                <xsd:element ref="ns2:SharedWithUsers" minOccurs="0"/>
                <xsd:element ref="ns2:SharingHintHash" minOccurs="0"/>
                <xsd:element ref="ns2:SharedWithDetails" minOccurs="0"/>
                <xsd:element ref="ns2:LastSharedByUser" minOccurs="0"/>
                <xsd:element ref="ns2:LastSharedByTime" minOccurs="0"/>
                <xsd:element ref="ns3:MediaServiceMetadata" minOccurs="0"/>
                <xsd:element ref="ns3:MediaServiceFastMetadata" minOccurs="0"/>
                <xsd:element ref="ns3:MediaServiceAutoKeyPoints" minOccurs="0"/>
                <xsd:element ref="ns3:MediaServiceKeyPoints" minOccurs="0"/>
              </xsd:all>
            </xsd:complexType>
          </xsd:element>
        </xsd:sequence>
      </xsd:complex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26fae966-843c-4d4f-81a0-161e61761eff" elementFormDefault="qualified">
    <xsd:import namespace="http://schemas.microsoft.com/office/2006/documentManagement/types"/>
    <xsd:import namespace="http://schemas.microsoft.com/office/infopath/2007/PartnerControls"/>
    <xsd:element name="_dlc_DocId" ma:index="8" nillable="true" ma:displayName="Document ID Value" ma:description="The value of the document ID assigned to this item." ma:internalName="_dlc_DocId" ma:readOnly="true">
      <xsd:simpleType>
        <xsd:restriction base="dms:Text"/>
      </xsd:simpleType>
    </xsd:element>
    <xsd:element name="_dlc_DocIdUrl" ma:index="9" nillable="true" ma:displayName="Document ID" ma:description="Permanent link to this document." ma:hidden="true" ma:internalName="_dlc_DocIdUrl" ma:readOnly="true">
      <xsd:complexType>
        <xsd:complexContent>
          <xsd:extension base="dms:URL">
            <xsd:sequence>
              <xsd:element name="Url" type="dms:ValidUrl" minOccurs="0" nillable="true"/>
              <xsd:element name="Description" type="xsd:string" nillable="true"/>
            </xsd:sequence>
          </xsd:extension>
        </xsd:complexContent>
      </xsd:complexType>
    </xsd:element>
    <xsd:element name="_dlc_DocIdPersistId" ma:index="10" nillable="true" ma:displayName="Persist ID" ma:description="Keep ID on add." ma:hidden="true" ma:internalName="_dlc_DocIdPersistId" ma:readOnly="true">
      <xsd:simpleType>
        <xsd:restriction base="dms:Boolean"/>
      </xsd:simpleType>
    </xsd:element>
    <xsd:element name="SharedWithUsers" ma:index="11" nillable="true" ma:displayName="Shared With" ma:internalName="SharedWithUsers" ma:readOnly="true">
      <xsd:complexType>
        <xsd:complexContent>
          <xsd:extension base="dms:UserMulti">
            <xsd:sequence>
              <xsd:element name="UserInfo" minOccurs="0" maxOccurs="unbounded">
                <xsd:complexType>
                  <xsd:sequence>
                    <xsd:element name="DisplayName" type="xsd:string" minOccurs="0"/>
                    <xsd:element name="AccountId" type="dms:UserId" minOccurs="0" nillable="true"/>
                    <xsd:element name="AccountType" type="xsd:string" minOccurs="0"/>
                  </xsd:sequence>
                </xsd:complexType>
              </xsd:element>
            </xsd:sequence>
          </xsd:extension>
        </xsd:complexContent>
      </xsd:complexType>
    </xsd:element>
    <xsd:element name="SharingHintHash" ma:index="12" nillable="true" ma:displayName="Sharing Hint Hash" ma:internalName="SharingHintHash" ma:readOnly="true">
      <xsd:simpleType>
        <xsd:restriction base="dms:Text"/>
      </xsd:simpleType>
    </xsd:element>
    <xsd:element name="SharedWithDetails" ma:index="13" nillable="true" ma:displayName="Shared With Details" ma:description="" ma:internalName="SharedWithDetails" ma:readOnly="true">
      <xsd:simpleType>
        <xsd:restriction base="dms:Note">
          <xsd:maxLength value="255"/>
        </xsd:restriction>
      </xsd:simpleType>
    </xsd:element>
    <xsd:element name="LastSharedByUser" ma:index="14" nillable="true" ma:displayName="Last Shared By User" ma:description="" ma:internalName="LastSharedByUser" ma:readOnly="true">
      <xsd:simpleType>
        <xsd:restriction base="dms:Note">
          <xsd:maxLength value="255"/>
        </xsd:restriction>
      </xsd:simpleType>
    </xsd:element>
    <xsd:element name="LastSharedByTime" ma:index="15" nillable="true" ma:displayName="Last Shared By Time" ma:description="" ma:internalName="LastSharedByTime" ma:readOnly="true">
      <xsd:simpleType>
        <xsd:restriction base="dms:DateTime"/>
      </xsd:simpleType>
    </xsd:element>
  </xsd:schema>
  <xsd:schema xmlns:xsd="http://www.w3.org/2001/XMLSchema" xmlns:xs="http://www.w3.org/2001/XMLSchema" xmlns:dms="http://schemas.microsoft.com/office/2006/documentManagement/types" xmlns:pc="http://schemas.microsoft.com/office/infopath/2007/PartnerControls" targetNamespace="b1ae2228-c504-4e45-a9cd-f7127473102f" elementFormDefault="qualified">
    <xsd:import namespace="http://schemas.microsoft.com/office/2006/documentManagement/types"/>
    <xsd:import namespace="http://schemas.microsoft.com/office/infopath/2007/PartnerControls"/>
    <xsd:element name="MediaServiceMetadata" ma:index="16" nillable="true" ma:displayName="MediaServiceMetadata" ma:hidden="true" ma:internalName="MediaServiceMetadata" ma:readOnly="true">
      <xsd:simpleType>
        <xsd:restriction base="dms:Note"/>
      </xsd:simpleType>
    </xsd:element>
    <xsd:element name="MediaServiceFastMetadata" ma:index="17" nillable="true" ma:displayName="MediaServiceFastMetadata" ma:hidden="true" ma:internalName="MediaServiceFastMetadata" ma:readOnly="true">
      <xsd:simpleType>
        <xsd:restriction base="dms:Note"/>
      </xsd:simpleType>
    </xsd:element>
    <xsd:element name="MediaServiceAutoKeyPoints" ma:index="18" nillable="true" ma:displayName="MediaServiceAutoKeyPoints" ma:hidden="true" ma:internalName="MediaServiceAutoKeyPoints" ma:readOnly="true">
      <xsd:simpleType>
        <xsd:restriction base="dms:Note"/>
      </xsd:simpleType>
    </xsd:element>
    <xsd:element name="MediaServiceKeyPoints" ma:index="19" nillable="true" ma:displayName="KeyPoints" ma:internalName="MediaServiceKeyPoints" ma:readOnly="true">
      <xsd:simpleType>
        <xsd:restriction base="dms:Note">
          <xsd:maxLength value="255"/>
        </xsd:restriction>
      </xsd:simple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Content Type"/>
        <xsd:element ref="dc:title" minOccurs="0" maxOccurs="1" ma:index="4" ma:displayName="Title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4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Props1.xml><?xml version="1.0" encoding="utf-8"?>
<ds:datastoreItem xmlns:ds="http://schemas.openxmlformats.org/officeDocument/2006/customXml" ds:itemID="{00A93A05-AFBB-4388-A7A4-C4F71D768FFF}">
  <ds:schemaRefs>
    <ds:schemaRef ds:uri="http://schemas.microsoft.com/office/2006/metadata/properties"/>
    <ds:schemaRef ds:uri="http://schemas.microsoft.com/office/infopath/2007/PartnerControls"/>
    <ds:schemaRef ds:uri="26fae966-843c-4d4f-81a0-161e61761eff"/>
  </ds:schemaRefs>
</ds:datastoreItem>
</file>

<file path=customXml/itemProps2.xml><?xml version="1.0" encoding="utf-8"?>
<ds:datastoreItem xmlns:ds="http://schemas.openxmlformats.org/officeDocument/2006/customXml" ds:itemID="{06BCEA1F-7EEC-4FBA-BDE7-31231C1C7539}">
  <ds:schemaRefs>
    <ds:schemaRef ds:uri="http://schemas.microsoft.com/sharepoint/events"/>
  </ds:schemaRefs>
</ds:datastoreItem>
</file>

<file path=customXml/itemProps3.xml><?xml version="1.0" encoding="utf-8"?>
<ds:datastoreItem xmlns:ds="http://schemas.openxmlformats.org/officeDocument/2006/customXml" ds:itemID="{7B6C0181-02CF-4470-95DB-701DDF5602DF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26fae966-843c-4d4f-81a0-161e61761eff"/>
    <ds:schemaRef ds:uri="b1ae2228-c504-4e45-a9cd-f7127473102f"/>
    <ds:schemaRef ds:uri="http://schemas.microsoft.com/office/2006/documentManagement/types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</ds:schemaRefs>
</ds:datastoreItem>
</file>

<file path=customXml/itemProps4.xml><?xml version="1.0" encoding="utf-8"?>
<ds:datastoreItem xmlns:ds="http://schemas.openxmlformats.org/officeDocument/2006/customXml" ds:itemID="{5E739ED5-F469-4B97-97D5-1897FAD7E423}">
  <ds:schemaRefs>
    <ds:schemaRef ds:uri="http://schemas.microsoft.com/sharepoint/v3/contenttype/forms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>Four seasons nature presentation (widescreen)</Template>
  <TotalTime>0</TotalTime>
  <Words>144</Words>
  <PresentationFormat>Widescreen</PresentationFormat>
  <Paragraphs>24</Paragraphs>
  <Slides>9</Slides>
  <Notes>0</Notes>
  <HiddenSlides>2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9</vt:i4>
      </vt:variant>
    </vt:vector>
  </HeadingPairs>
  <TitlesOfParts>
    <vt:vector size="13" baseType="lpstr">
      <vt:lpstr>Calibri</vt:lpstr>
      <vt:lpstr>Constantia</vt:lpstr>
      <vt:lpstr>Wingdings</vt:lpstr>
      <vt:lpstr>Four Seasons 16x9</vt:lpstr>
      <vt:lpstr>Insert and Format Slides</vt:lpstr>
      <vt:lpstr>Spring Into Action</vt:lpstr>
      <vt:lpstr>Grow Your Own Gardener</vt:lpstr>
      <vt:lpstr>Summer Savings</vt:lpstr>
      <vt:lpstr>Water Conservation</vt:lpstr>
      <vt:lpstr>Falling Rates</vt:lpstr>
      <vt:lpstr>PowerPoint Presentation</vt:lpstr>
      <vt:lpstr>Winter Wonders</vt:lpstr>
      <vt:lpstr>Water Conservation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/>
  <cp:keywords/>
  <cp:lastModifiedBy/>
  <dcterms:created xsi:type="dcterms:W3CDTF">2016-10-18T21:58:56Z</dcterms:created>
  <dcterms:modified xsi:type="dcterms:W3CDTF">2020-05-19T05:06:24Z</dcterms:modified>
  <cp:version/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TemplateID">
    <vt:lpwstr>TC040015419991</vt:lpwstr>
  </property>
  <property fmtid="{D5CDD505-2E9C-101B-9397-08002B2CF9AE}" pid="3" name="ContentTypeId">
    <vt:lpwstr>0x0101009E1F9B7B5563E546BDCC4FF750137663</vt:lpwstr>
  </property>
  <property fmtid="{D5CDD505-2E9C-101B-9397-08002B2CF9AE}" pid="4" name="_dlc_DocIdItemGuid">
    <vt:lpwstr>7878c3c8-5b78-491d-8af7-3af04f16cb69</vt:lpwstr>
  </property>
</Properties>
</file>