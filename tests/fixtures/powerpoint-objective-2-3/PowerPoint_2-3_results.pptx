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2" r:id="rId5"/>
  </p:sldMasterIdLst>
  <p:notesMasterIdLst>
    <p:notesMasterId r:id="rId17"/>
  </p:notesMasterIdLst>
  <p:handoutMasterIdLst>
    <p:handoutMasterId r:id="rId18"/>
  </p:handoutMasterIdLst>
  <p:sldIdLst>
    <p:sldId id="256" r:id="rId6"/>
    <p:sldId id="257" r:id="rId7"/>
    <p:sldId id="262" r:id="rId8"/>
    <p:sldId id="265" r:id="rId9"/>
    <p:sldId id="266" r:id="rId10"/>
    <p:sldId id="267" r:id="rId11"/>
    <p:sldId id="258" r:id="rId12"/>
    <p:sldId id="259" r:id="rId13"/>
    <p:sldId id="260" r:id="rId14"/>
    <p:sldId id="26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1B049BB-E694-4BED-A02A-FF2A200CD0AF}">
          <p14:sldIdLst>
            <p14:sldId id="256"/>
            <p14:sldId id="257"/>
          </p14:sldIdLst>
        </p14:section>
        <p14:section name="Vision" id="{47D205EC-7D97-4BEA-B029-14031876499F}">
          <p14:sldIdLst>
            <p14:sldId id="262"/>
            <p14:sldId id="265"/>
            <p14:sldId id="266"/>
            <p14:sldId id="267"/>
          </p14:sldIdLst>
        </p14:section>
        <p14:section name="Review" id="{C58C0EEF-DFBE-407F-A12E-982737F02E53}">
          <p14:sldIdLst>
            <p14:sldId id="258"/>
            <p14:sldId id="259"/>
            <p14:sldId id="260"/>
            <p14:sldId id="261"/>
          </p14:sldIdLst>
        </p14:section>
        <p14:section name="Closing" id="{F478359B-E129-4D08-A4EF-E371E7FB020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74E5F"/>
    <a:srgbClr val="A6BCCC"/>
    <a:srgbClr val="000000"/>
    <a:srgbClr val="FFFFCC"/>
    <a:srgbClr val="CC0000"/>
    <a:srgbClr val="000066"/>
    <a:srgbClr val="FF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9" autoAdjust="0"/>
    <p:restoredTop sz="84590" autoAdjust="0"/>
  </p:normalViewPr>
  <p:slideViewPr>
    <p:cSldViewPr>
      <p:cViewPr varScale="1">
        <p:scale>
          <a:sx n="72" d="100"/>
          <a:sy n="72" d="100"/>
        </p:scale>
        <p:origin x="82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FC214389-F4DA-4DAF-9B29-D8DE50566963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001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 dirty="0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Click to edit Master text styles</a:t>
            </a:r>
            <a:endParaRPr lang="en-US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401AA26B-5E4E-4129-A89C-394A954597AD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150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030BD-BC74-44B8-90FA-E3F7015DB404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58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C459C-60CE-4756-80B8-DC516B1118AF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52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34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09073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01227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047A-B30F-4241-A82B-F4F5629E5D80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91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8DB-1D2F-4BBF-A6AB-4A7F8376B1CB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98287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94739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22046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22298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A2C58-682A-4105-BB6B-F2E9745E80DD}" type="slidenum">
              <a:rPr lang="en-US" altLang="x-none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57647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3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46852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x-none" dirty="0">
                <a:solidFill>
                  <a:schemeClr val="accent3">
                    <a:lumMod val="75000"/>
                  </a:schemeClr>
                </a:solidFill>
              </a:rPr>
              <a:t>Company Meeting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Agenda</a:t>
            </a:r>
            <a:endParaRPr lang="en-US" dirty="0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x-none" sz="2600" dirty="0"/>
              <a:t>Review of key objectives</a:t>
            </a:r>
            <a:endParaRPr lang="en-US" dirty="0"/>
          </a:p>
          <a:p>
            <a:r>
              <a:rPr lang="en-US" altLang="x-none" sz="2600" dirty="0"/>
              <a:t>How did we do?</a:t>
            </a:r>
          </a:p>
          <a:p>
            <a:r>
              <a:rPr lang="en-US" altLang="x-none" sz="2600" dirty="0"/>
              <a:t>Organizational overview</a:t>
            </a:r>
          </a:p>
          <a:p>
            <a:r>
              <a:rPr lang="en-US" altLang="x-none" sz="2600" dirty="0"/>
              <a:t>Top issues facing the company</a:t>
            </a:r>
          </a:p>
          <a:p>
            <a:r>
              <a:rPr lang="en-US" altLang="x-none" sz="2600" dirty="0"/>
              <a:t>Review of our progress</a:t>
            </a:r>
          </a:p>
          <a:p>
            <a:r>
              <a:rPr lang="en-US" altLang="x-none" sz="2600" dirty="0"/>
              <a:t>Key spending areas</a:t>
            </a:r>
          </a:p>
          <a:p>
            <a:r>
              <a:rPr lang="en-US" altLang="x-none" sz="2600" dirty="0"/>
              <a:t>Head count</a:t>
            </a:r>
          </a:p>
          <a:p>
            <a:r>
              <a:rPr lang="en-US" altLang="x-none" sz="2600" dirty="0"/>
              <a:t>Goals for the coming year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Review of Our</a:t>
            </a:r>
            <a:r>
              <a:rPr lang="en-US" altLang="x-none" baseline="0" dirty="0"/>
              <a:t> Progress</a:t>
            </a:r>
            <a:endParaRPr lang="en-US" dirty="0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Financial</a:t>
            </a:r>
            <a:endParaRPr lang="en-US" dirty="0"/>
          </a:p>
          <a:p>
            <a:r>
              <a:rPr lang="en-US" altLang="x-none" dirty="0"/>
              <a:t>Competitive</a:t>
            </a:r>
          </a:p>
          <a:p>
            <a:r>
              <a:rPr lang="en-US" altLang="x-none" dirty="0"/>
              <a:t>Customer</a:t>
            </a:r>
            <a:r>
              <a:rPr lang="en-US" altLang="x-none" baseline="0" dirty="0"/>
              <a:t> retention</a:t>
            </a:r>
            <a:endParaRPr lang="en-US" altLang="x-none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Key Spending Areas</a:t>
            </a:r>
            <a:endParaRPr lang="en-US" dirty="0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R&amp;D</a:t>
            </a:r>
            <a:endParaRPr lang="en-US" dirty="0"/>
          </a:p>
          <a:p>
            <a:r>
              <a:rPr lang="en-US" altLang="x-none" dirty="0"/>
              <a:t>Sales and marketing</a:t>
            </a:r>
          </a:p>
          <a:p>
            <a:r>
              <a:rPr lang="en-US" altLang="x-none" dirty="0"/>
              <a:t>General and administration</a:t>
            </a:r>
          </a:p>
          <a:p>
            <a:r>
              <a:rPr lang="en-US" altLang="x-none" dirty="0"/>
              <a:t>Areas of improvement</a:t>
            </a:r>
          </a:p>
          <a:p>
            <a:r>
              <a:rPr lang="en-US" altLang="x-none" dirty="0"/>
              <a:t>Areas needing attention/caution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Head Count</a:t>
            </a:r>
            <a:endParaRPr lang="en-US" dirty="0"/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Goals</a:t>
            </a:r>
            <a:endParaRPr lang="en-US" dirty="0"/>
          </a:p>
          <a:p>
            <a:r>
              <a:rPr lang="en-US" altLang="x-none" dirty="0"/>
              <a:t>Results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Goals for the Coming Year</a:t>
            </a:r>
            <a:endParaRPr lang="en-US" dirty="0"/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Strategic undertakings</a:t>
            </a:r>
            <a:endParaRPr lang="en-US" dirty="0"/>
          </a:p>
          <a:p>
            <a:r>
              <a:rPr lang="en-US" altLang="x-none" dirty="0"/>
              <a:t>Financial goals</a:t>
            </a:r>
          </a:p>
          <a:p>
            <a:r>
              <a:rPr lang="en-US" altLang="x-none" dirty="0"/>
              <a:t>Other key efforts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Review of Key Objectives</a:t>
            </a:r>
            <a:endParaRPr lang="en-US" dirty="0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What makes our company unique</a:t>
            </a:r>
            <a:endParaRPr lang="en-US"/>
          </a:p>
          <a:p>
            <a:r>
              <a:rPr lang="en-US" altLang="x-none"/>
              <a:t>What makes our company successful</a:t>
            </a:r>
          </a:p>
          <a:p>
            <a:r>
              <a:rPr lang="en-US" altLang="x-none"/>
              <a:t>Our shared vision</a:t>
            </a:r>
          </a:p>
          <a:p>
            <a:r>
              <a:rPr lang="en-US" altLang="x-none"/>
              <a:t>Key undertakings of the past year</a:t>
            </a:r>
            <a:endParaRPr lang="en-US" altLang="x-none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How Did We Do?</a:t>
            </a: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Department heads will give an overview of their performance against their objectives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Organizational Overview</a:t>
            </a:r>
            <a:endParaRPr lang="en-US" dirty="0"/>
          </a:p>
        </p:txBody>
      </p:sp>
      <p:sp>
        <p:nvSpPr>
          <p:cNvPr id="8200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Review of changes</a:t>
            </a:r>
          </a:p>
          <a:p>
            <a:r>
              <a:rPr lang="en-US" altLang="x-none" dirty="0"/>
              <a:t>Introduction of new managers</a:t>
            </a:r>
            <a:endParaRPr lang="en-US" dirty="0"/>
          </a:p>
          <a:p>
            <a:r>
              <a:rPr lang="en-US" altLang="x-none" dirty="0"/>
              <a:t>Changes still to come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Top Issues Facing the Company</a:t>
            </a:r>
            <a:endParaRPr lang="en-US" dirty="0"/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External industry pressures</a:t>
            </a:r>
          </a:p>
          <a:p>
            <a:r>
              <a:rPr lang="en-US" altLang="x-none" dirty="0"/>
              <a:t>External customer issues</a:t>
            </a:r>
          </a:p>
          <a:p>
            <a:r>
              <a:rPr lang="en-US" altLang="x-none" dirty="0"/>
              <a:t>High profile internal issues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Summary</a:t>
            </a:r>
            <a:endParaRPr lang="en-US" dirty="0"/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/>
              <a:t>Summary</a:t>
            </a:r>
            <a:r>
              <a:rPr lang="en-US" altLang="x-none" baseline="0" dirty="0"/>
              <a:t> of</a:t>
            </a:r>
            <a:r>
              <a:rPr lang="en-US" altLang="x-none" dirty="0"/>
              <a:t> key successes/challenges</a:t>
            </a:r>
            <a:endParaRPr lang="en-US" dirty="0"/>
          </a:p>
          <a:p>
            <a:r>
              <a:rPr lang="en-US" altLang="x-none" dirty="0"/>
              <a:t>Reiteration</a:t>
            </a:r>
            <a:r>
              <a:rPr lang="en-US" altLang="x-none" baseline="0" dirty="0"/>
              <a:t> of</a:t>
            </a:r>
            <a:r>
              <a:rPr lang="en-US" altLang="x-none" dirty="0"/>
              <a:t> key goals</a:t>
            </a:r>
          </a:p>
          <a:p>
            <a:r>
              <a:rPr lang="en-US" altLang="x-none" dirty="0"/>
              <a:t>Thanks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J75KEXXRD6TM-2-15945</_dlc_DocId>
    <_dlc_DocIdUrl xmlns="26fae966-843c-4d4f-81a0-161e61761eff">
      <Url>https://otsi.sharepoint.com/sites/archives/_layouts/15/DocIdRedir.aspx?ID=J75KEXXRD6TM-2-15945</Url>
      <Description>J75KEXXRD6TM-2-15945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C0F9B32-C9FA-4676-85FD-36FDB07DD9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B819FB-9154-403B-A392-7FF8E374AEA4}">
  <ds:schemaRefs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b4863681-c067-4c62-bc75-95bf3ac03d16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37A60EC7-EC0E-46FC-955F-B62825E121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27EA7AA-68FC-414F-96DE-546009B4813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481</TotalTime>
  <Words>157</Words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Times New Roman</vt:lpstr>
      <vt:lpstr>Basis</vt:lpstr>
      <vt:lpstr>Company Meeting</vt:lpstr>
      <vt:lpstr>Agenda</vt:lpstr>
      <vt:lpstr>Review of Our Progress</vt:lpstr>
      <vt:lpstr>Key Spending Areas</vt:lpstr>
      <vt:lpstr>Head Count</vt:lpstr>
      <vt:lpstr>Goals for the Coming Year</vt:lpstr>
      <vt:lpstr>Review of Key Objectives</vt:lpstr>
      <vt:lpstr>How Did We Do?</vt:lpstr>
      <vt:lpstr>Organizational Overview</vt:lpstr>
      <vt:lpstr>Top Issues Facing the Company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1601-01-01T00:00:00Z</cp:lastPrinted>
  <dcterms:created xsi:type="dcterms:W3CDTF">2006-04-24T23:46:38Z</dcterms:created>
  <dcterms:modified xsi:type="dcterms:W3CDTF">2020-05-19T04:58:03Z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TC062578591033</vt:lpwstr>
  </property>
  <property fmtid="{D5CDD505-2E9C-101B-9397-08002B2CF9AE}" pid="3" name="Stage">
    <vt:lpwstr>AU Review</vt:lpwstr>
  </property>
  <property fmtid="{D5CDD505-2E9C-101B-9397-08002B2CF9AE}" pid="4" name="ContentTypeId">
    <vt:lpwstr>0x0101009E1F9B7B5563E546BDCC4FF750137663</vt:lpwstr>
  </property>
  <property fmtid="{D5CDD505-2E9C-101B-9397-08002B2CF9AE}" pid="5" name="_dlc_DocIdItemGuid">
    <vt:lpwstr>6120aa23-af1a-4393-b9cc-a4ebc1324cdb</vt:lpwstr>
  </property>
</Properties>
</file>