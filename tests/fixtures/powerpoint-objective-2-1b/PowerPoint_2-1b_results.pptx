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5"/>
  </p:sldMasterIdLst>
  <p:notesMasterIdLst>
    <p:notesMasterId r:id="rId15"/>
  </p:notesMasterIdLst>
  <p:handoutMasterIdLst>
    <p:handoutMasterId r:id="rId16"/>
  </p:handoutMasterIdLst>
  <p:sldIdLst>
    <p:sldId id="270" r:id="rId6"/>
    <p:sldId id="277" r:id="rId7"/>
    <p:sldId id="259" r:id="rId8"/>
    <p:sldId id="275" r:id="rId9"/>
    <p:sldId id="267" r:id="rId10"/>
    <p:sldId id="271" r:id="rId11"/>
    <p:sldId id="268" r:id="rId12"/>
    <p:sldId id="278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2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358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A785B-D11D-476E-8FE3-B9A32AAEF3ED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5BAD6D-9C3B-46AE-9ED7-53C2ADD3C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199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46EEAB-DFFE-48A0-95F8-1347266830D1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C1AB1-D682-4F2C-8579-D9DF0DCC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58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2513012" y="1371600"/>
            <a:ext cx="7162800" cy="4114800"/>
          </a:xfrm>
          <a:prstGeom prst="rect">
            <a:avLst/>
          </a:prstGeom>
          <a:gradFill>
            <a:gsLst>
              <a:gs pos="417">
                <a:schemeClr val="bg2">
                  <a:lumMod val="35000"/>
                  <a:lumOff val="65000"/>
                </a:schemeClr>
              </a:gs>
              <a:gs pos="100000">
                <a:schemeClr val="bg2"/>
              </a:gs>
            </a:gsLst>
            <a:lin ang="5400000" scaled="0"/>
          </a:gradFill>
          <a:ln w="152400">
            <a:solidFill>
              <a:srgbClr val="FFFFFF"/>
            </a:solidFill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04160" y="1557867"/>
            <a:ext cx="6583680" cy="2560320"/>
          </a:xfrm>
        </p:spPr>
        <p:txBody>
          <a:bodyPr anchor="b">
            <a:normAutofit/>
          </a:bodyPr>
          <a:lstStyle>
            <a:lvl1pPr algn="ctr">
              <a:lnSpc>
                <a:spcPct val="8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04160" y="4185919"/>
            <a:ext cx="6583680" cy="1097278"/>
          </a:xfrm>
        </p:spPr>
        <p:txBody>
          <a:bodyPr>
            <a:normAutofit/>
          </a:bodyPr>
          <a:lstStyle>
            <a:lvl1pPr marL="0" indent="0" algn="ctr">
              <a:spcBef>
                <a:spcPts val="120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490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-1" y="457200"/>
            <a:ext cx="12188826" cy="1270000"/>
          </a:xfrm>
          <a:prstGeom prst="rect">
            <a:avLst/>
          </a:prstGeom>
          <a:gradFill>
            <a:gsLst>
              <a:gs pos="417">
                <a:schemeClr val="bg2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5400000" scaled="0"/>
          </a:gradFill>
          <a:ln w="152400">
            <a:noFill/>
            <a:miter lim="800000"/>
          </a:ln>
          <a:scene3d>
            <a:camera prst="orthographicFront"/>
            <a:lightRig rig="threePt" dir="t"/>
          </a:scene3d>
          <a:sp3d>
            <a:contourClr>
              <a:srgbClr val="B0BCBC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0" y="1697736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 bwMode="ltGray">
          <a:xfrm>
            <a:off x="0" y="457200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3024-A370-4736-A073-CFE51D74BDB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2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5334000" y="762000"/>
            <a:ext cx="6400800" cy="3340100"/>
          </a:xfrm>
          <a:prstGeom prst="rect">
            <a:avLst/>
          </a:prstGeom>
          <a:gradFill>
            <a:gsLst>
              <a:gs pos="417">
                <a:schemeClr val="bg2">
                  <a:lumMod val="35000"/>
                  <a:lumOff val="65000"/>
                </a:schemeClr>
              </a:gs>
              <a:gs pos="100000">
                <a:schemeClr val="bg2"/>
              </a:gs>
            </a:gsLst>
            <a:lin ang="5400000" scaled="0"/>
          </a:gradFill>
          <a:ln w="152400">
            <a:solidFill>
              <a:srgbClr val="FFFFFF"/>
            </a:solidFill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040" y="1016001"/>
            <a:ext cx="5760720" cy="1828800"/>
          </a:xfrm>
        </p:spPr>
        <p:txBody>
          <a:bodyPr anchor="b">
            <a:normAutofit/>
          </a:bodyPr>
          <a:lstStyle>
            <a:lvl1pPr algn="ctr"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4040" y="2980267"/>
            <a:ext cx="576072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120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1674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ummer 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5334000" y="762000"/>
            <a:ext cx="6400800" cy="3340100"/>
          </a:xfrm>
          <a:prstGeom prst="rect">
            <a:avLst/>
          </a:prstGeom>
          <a:gradFill>
            <a:gsLst>
              <a:gs pos="417">
                <a:schemeClr val="bg2">
                  <a:lumMod val="35000"/>
                  <a:lumOff val="65000"/>
                </a:schemeClr>
              </a:gs>
              <a:gs pos="100000">
                <a:schemeClr val="bg2"/>
              </a:gs>
            </a:gsLst>
            <a:lin ang="5400000" scaled="0"/>
          </a:gradFill>
          <a:ln w="152400">
            <a:solidFill>
              <a:srgbClr val="FFFFFF"/>
            </a:solidFill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040" y="1016001"/>
            <a:ext cx="5760720" cy="1828800"/>
          </a:xfrm>
        </p:spPr>
        <p:txBody>
          <a:bodyPr anchor="b">
            <a:normAutofit/>
          </a:bodyPr>
          <a:lstStyle>
            <a:lvl1pPr algn="ctr"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4040" y="2980267"/>
            <a:ext cx="576072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120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212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utumn 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5334000" y="762000"/>
            <a:ext cx="6400800" cy="3340100"/>
          </a:xfrm>
          <a:prstGeom prst="rect">
            <a:avLst/>
          </a:prstGeom>
          <a:gradFill>
            <a:gsLst>
              <a:gs pos="417">
                <a:schemeClr val="bg2">
                  <a:lumMod val="35000"/>
                  <a:lumOff val="65000"/>
                </a:schemeClr>
              </a:gs>
              <a:gs pos="100000">
                <a:schemeClr val="bg2"/>
              </a:gs>
            </a:gsLst>
            <a:lin ang="5400000" scaled="0"/>
          </a:gradFill>
          <a:ln w="152400">
            <a:solidFill>
              <a:srgbClr val="FFFFFF"/>
            </a:solidFill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040" y="1016001"/>
            <a:ext cx="5760720" cy="1828800"/>
          </a:xfrm>
        </p:spPr>
        <p:txBody>
          <a:bodyPr anchor="b">
            <a:normAutofit/>
          </a:bodyPr>
          <a:lstStyle>
            <a:lvl1pPr algn="ctr"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4040" y="2980267"/>
            <a:ext cx="576072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120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54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Winter 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5334000" y="762000"/>
            <a:ext cx="6400800" cy="3340100"/>
          </a:xfrm>
          <a:prstGeom prst="rect">
            <a:avLst/>
          </a:prstGeom>
          <a:gradFill>
            <a:gsLst>
              <a:gs pos="417">
                <a:schemeClr val="bg2">
                  <a:lumMod val="35000"/>
                  <a:lumOff val="65000"/>
                </a:schemeClr>
              </a:gs>
              <a:gs pos="100000">
                <a:schemeClr val="bg2"/>
              </a:gs>
            </a:gsLst>
            <a:lin ang="5400000" scaled="0"/>
          </a:gradFill>
          <a:ln w="152400">
            <a:solidFill>
              <a:srgbClr val="FFFFFF"/>
            </a:solidFill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040" y="1016001"/>
            <a:ext cx="5760720" cy="1828800"/>
          </a:xfrm>
        </p:spPr>
        <p:txBody>
          <a:bodyPr anchor="b">
            <a:normAutofit/>
          </a:bodyPr>
          <a:lstStyle>
            <a:lvl1pPr algn="ctr"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4040" y="2980267"/>
            <a:ext cx="576072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120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5349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-1" y="457200"/>
            <a:ext cx="12188826" cy="1270000"/>
          </a:xfrm>
          <a:prstGeom prst="rect">
            <a:avLst/>
          </a:prstGeom>
          <a:gradFill>
            <a:gsLst>
              <a:gs pos="417">
                <a:schemeClr val="bg2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5400000" scaled="0"/>
          </a:gradFill>
          <a:ln w="152400">
            <a:noFill/>
            <a:miter lim="800000"/>
          </a:ln>
          <a:scene3d>
            <a:camera prst="orthographicFront"/>
            <a:lightRig rig="threePt" dir="t"/>
          </a:scene3d>
          <a:sp3d>
            <a:contourClr>
              <a:srgbClr val="B0BCBC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 bwMode="ltGray">
          <a:xfrm>
            <a:off x="0" y="1697736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 bwMode="ltGray">
          <a:xfrm>
            <a:off x="0" y="457200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057399"/>
            <a:ext cx="4846320" cy="43434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2057399"/>
            <a:ext cx="4846320" cy="43434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3024-A370-4736-A073-CFE51D74BDB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9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ltGray">
          <a:xfrm>
            <a:off x="-1" y="457200"/>
            <a:ext cx="12188826" cy="1270000"/>
          </a:xfrm>
          <a:prstGeom prst="rect">
            <a:avLst/>
          </a:prstGeom>
          <a:gradFill>
            <a:gsLst>
              <a:gs pos="417">
                <a:schemeClr val="bg2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5400000" scaled="0"/>
          </a:gradFill>
          <a:ln w="152400">
            <a:noFill/>
            <a:miter lim="800000"/>
          </a:ln>
          <a:scene3d>
            <a:camera prst="orthographicFront"/>
            <a:lightRig rig="threePt" dir="t"/>
          </a:scene3d>
          <a:sp3d>
            <a:contourClr>
              <a:srgbClr val="B0BCBC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 bwMode="ltGray">
          <a:xfrm>
            <a:off x="0" y="1697736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 bwMode="ltGray">
          <a:xfrm>
            <a:off x="0" y="457200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57399"/>
            <a:ext cx="4846320" cy="868681"/>
          </a:xfrm>
        </p:spPr>
        <p:txBody>
          <a:bodyPr anchor="ctr"/>
          <a:lstStyle>
            <a:lvl1pPr marL="0" indent="0">
              <a:buNone/>
              <a:defRPr sz="2400" b="0" cap="sm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926080"/>
            <a:ext cx="4846320" cy="34747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2057399"/>
            <a:ext cx="4846320" cy="868681"/>
          </a:xfrm>
        </p:spPr>
        <p:txBody>
          <a:bodyPr anchor="ctr"/>
          <a:lstStyle>
            <a:lvl1pPr marL="0" indent="0">
              <a:buNone/>
              <a:defRPr sz="2400" b="0" cap="sm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926080"/>
            <a:ext cx="4846320" cy="34747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3024-A370-4736-A073-CFE51D74BDB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ltGray">
          <a:xfrm>
            <a:off x="-1" y="457200"/>
            <a:ext cx="12188826" cy="1270000"/>
          </a:xfrm>
          <a:prstGeom prst="rect">
            <a:avLst/>
          </a:prstGeom>
          <a:gradFill>
            <a:gsLst>
              <a:gs pos="417">
                <a:schemeClr val="bg2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5400000" scaled="0"/>
          </a:gradFill>
          <a:ln w="152400">
            <a:noFill/>
            <a:miter lim="800000"/>
          </a:ln>
          <a:scene3d>
            <a:camera prst="orthographicFront"/>
            <a:lightRig rig="threePt" dir="t"/>
          </a:scene3d>
          <a:sp3d>
            <a:contourClr>
              <a:srgbClr val="B0BCBC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1697736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0" y="457200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3024-A370-4736-A073-CFE51D74BDB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949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3024-A370-4736-A073-CFE51D74BDB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4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1067" y="1143000"/>
            <a:ext cx="3471334" cy="22859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982132"/>
            <a:ext cx="6995160" cy="507492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11067" y="3513665"/>
            <a:ext cx="3471333" cy="210312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3024-A370-4736-A073-CFE51D74BDB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1067" y="1143000"/>
            <a:ext cx="3471334" cy="22859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11067" y="3513665"/>
            <a:ext cx="3471333" cy="210312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Rectangle 7"/>
          <p:cNvSpPr/>
          <p:nvPr/>
        </p:nvSpPr>
        <p:spPr bwMode="ltGray">
          <a:xfrm>
            <a:off x="694265" y="1051560"/>
            <a:ext cx="6858000" cy="4937760"/>
          </a:xfrm>
          <a:prstGeom prst="rect">
            <a:avLst/>
          </a:prstGeom>
          <a:solidFill>
            <a:schemeClr val="bg1"/>
          </a:solidFill>
          <a:ln w="152400">
            <a:solidFill>
              <a:srgbClr val="FFFFFF"/>
            </a:solidFill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2051" y="1143000"/>
            <a:ext cx="6686024" cy="4754880"/>
          </a:xfrm>
          <a:solidFill>
            <a:schemeClr val="bg2">
              <a:lumMod val="40000"/>
              <a:lumOff val="60000"/>
            </a:schemeClr>
          </a:solidFill>
        </p:spPr>
        <p:txBody>
          <a:bodyPr tIns="27432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3024-A370-4736-A073-CFE51D74BDB4}" type="datetimeFigureOut">
              <a:rPr lang="en-US" smtClean="0"/>
              <a:pPr/>
              <a:t>5/18/2020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25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-1" y="457200"/>
            <a:ext cx="12188826" cy="1270000"/>
          </a:xfrm>
          <a:prstGeom prst="rect">
            <a:avLst/>
          </a:prstGeom>
          <a:gradFill>
            <a:gsLst>
              <a:gs pos="417">
                <a:schemeClr val="bg2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5400000" scaled="0"/>
          </a:gradFill>
          <a:ln w="152400">
            <a:noFill/>
            <a:miter lim="800000"/>
          </a:ln>
          <a:scene3d>
            <a:camera prst="orthographicFront"/>
            <a:lightRig rig="threePt" dir="t"/>
          </a:scene3d>
          <a:sp3d>
            <a:contourClr>
              <a:srgbClr val="B0BCBC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0" y="1697736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 bwMode="ltGray">
          <a:xfrm>
            <a:off x="0" y="457200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3024-A370-4736-A073-CFE51D74BDB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79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6400" y="846666"/>
            <a:ext cx="1828800" cy="55541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798" y="846666"/>
            <a:ext cx="7863840" cy="5554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3024-A370-4736-A073-CFE51D74BDB4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0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952" cy="455411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ltGray">
          <a:xfrm>
            <a:off x="0" y="457200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562302"/>
            <a:ext cx="10058400" cy="10972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57400"/>
            <a:ext cx="100584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0" y="6519333"/>
            <a:ext cx="1600200" cy="202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1BD3024-A370-4736-A073-CFE51D74BDB4}" type="datetimeFigureOut">
              <a:rPr lang="en-US" smtClean="0"/>
              <a:pPr/>
              <a:t>5/18/2020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519333"/>
            <a:ext cx="7086600" cy="202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519333"/>
            <a:ext cx="914400" cy="202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3DCFCC-8C7B-4574-91B2-C3342261C6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578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61" r:id="rId5"/>
    <p:sldLayoutId id="2147483662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sm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bg2"/>
        </a:buClr>
        <a:buSzPct val="9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1200"/>
        </a:spcBef>
        <a:buClr>
          <a:schemeClr val="bg2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bg2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2316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Insert and Format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Microsoft Office Specialist Study Guide for PowerPoint 2019</a:t>
            </a:r>
          </a:p>
        </p:txBody>
      </p:sp>
    </p:spTree>
    <p:extLst>
      <p:ext uri="{BB962C8B-B14F-4D97-AF65-F5344CB8AC3E}">
        <p14:creationId xmlns:p14="http://schemas.microsoft.com/office/powerpoint/2010/main" val="2614072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27A8C-A982-4102-B438-DE974920F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F778B-312D-4E18-881E-9EAAB587E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84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Spring Into Action</a:t>
            </a:r>
          </a:p>
        </p:txBody>
      </p:sp>
    </p:spTree>
    <p:extLst>
      <p:ext uri="{BB962C8B-B14F-4D97-AF65-F5344CB8AC3E}">
        <p14:creationId xmlns:p14="http://schemas.microsoft.com/office/powerpoint/2010/main" val="1932651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 Your Own Gardener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Time together in the garden offers many opportunities for sharing information with youth</a:t>
            </a:r>
          </a:p>
        </p:txBody>
      </p:sp>
      <p:pic>
        <p:nvPicPr>
          <p:cNvPr id="5" name="Picture Placeholder 4" descr="Woman and young girl gardening" title="Sample picture"/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800" y="2942830"/>
            <a:ext cx="4846638" cy="344090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33DC1-EFA3-4DD4-B132-9DB646DF4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05E1B-7AB1-4F82-BD26-6C0318D6A2E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1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Summer Savings</a:t>
            </a:r>
          </a:p>
        </p:txBody>
      </p:sp>
    </p:spTree>
    <p:extLst>
      <p:ext uri="{BB962C8B-B14F-4D97-AF65-F5344CB8AC3E}">
        <p14:creationId xmlns:p14="http://schemas.microsoft.com/office/powerpoint/2010/main" val="21784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 Conservation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Plant succulents and ground cover that retain water within the soil</a:t>
            </a:r>
          </a:p>
          <a:p>
            <a:r>
              <a:rPr lang="en-US" dirty="0"/>
              <a:t>Decorate a portion of your landscape with rocks, colored concrete, or colored glass</a:t>
            </a:r>
          </a:p>
          <a:p>
            <a:r>
              <a:rPr lang="en-US" dirty="0"/>
              <a:t>During hot periods, check sprinklers weekly for damaged heads and to ensure they’re delivering water where it’s needed</a:t>
            </a:r>
          </a:p>
        </p:txBody>
      </p:sp>
    </p:spTree>
    <p:extLst>
      <p:ext uri="{BB962C8B-B14F-4D97-AF65-F5344CB8AC3E}">
        <p14:creationId xmlns:p14="http://schemas.microsoft.com/office/powerpoint/2010/main" val="1526534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Falling Rates</a:t>
            </a:r>
          </a:p>
        </p:txBody>
      </p:sp>
    </p:spTree>
    <p:extLst>
      <p:ext uri="{BB962C8B-B14F-4D97-AF65-F5344CB8AC3E}">
        <p14:creationId xmlns:p14="http://schemas.microsoft.com/office/powerpoint/2010/main" val="2456326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26ECC-A08E-4216-8A69-AFB527AA2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Winter Wonders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299FE-BEA6-4A7B-B664-96804FAEB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43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 Conservation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Plant succulents and ground cover that retain water within the soil</a:t>
            </a:r>
          </a:p>
          <a:p>
            <a:r>
              <a:rPr lang="en-US" dirty="0"/>
              <a:t>Decorate a portion of your landscape with rocks, colored concrete, or colored glass</a:t>
            </a:r>
          </a:p>
          <a:p>
            <a:r>
              <a:rPr lang="en-US" dirty="0"/>
              <a:t>During hot periods, check sprinklers weekly for damaged heads and to ensure they’re delivering water where it’s needed</a:t>
            </a:r>
          </a:p>
        </p:txBody>
      </p:sp>
    </p:spTree>
    <p:extLst>
      <p:ext uri="{BB962C8B-B14F-4D97-AF65-F5344CB8AC3E}">
        <p14:creationId xmlns:p14="http://schemas.microsoft.com/office/powerpoint/2010/main" val="1806061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our Seasons 16x9">
  <a:themeElements>
    <a:clrScheme name="Four Seasons">
      <a:dk1>
        <a:sysClr val="windowText" lastClr="000000"/>
      </a:dk1>
      <a:lt1>
        <a:sysClr val="window" lastClr="FFFFFF"/>
      </a:lt1>
      <a:dk2>
        <a:srgbClr val="6B7F7F"/>
      </a:dk2>
      <a:lt2>
        <a:srgbClr val="B0BCBC"/>
      </a:lt2>
      <a:accent1>
        <a:srgbClr val="7DB41B"/>
      </a:accent1>
      <a:accent2>
        <a:srgbClr val="ED8A05"/>
      </a:accent2>
      <a:accent3>
        <a:srgbClr val="288DFC"/>
      </a:accent3>
      <a:accent4>
        <a:srgbClr val="36D2B8"/>
      </a:accent4>
      <a:accent5>
        <a:srgbClr val="F5B605"/>
      </a:accent5>
      <a:accent6>
        <a:srgbClr val="E75524"/>
      </a:accent6>
      <a:hlink>
        <a:srgbClr val="ED8A05"/>
      </a:hlink>
      <a:folHlink>
        <a:srgbClr val="B0BCBC"/>
      </a:folHlink>
    </a:clrScheme>
    <a:fontScheme name="Constantia-Calibri">
      <a:majorFont>
        <a:latin typeface="Constant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urSeasons_16x9.potx" id="{C09F2ED6-7B68-4305-826F-E326D3225887}" vid="{B7CA04BF-89D1-446E-AA25-D46A14229824}"/>
    </a:ext>
  </a:extLst>
</a:theme>
</file>

<file path=ppt/theme/theme2.xml><?xml version="1.0" encoding="utf-8"?>
<a:theme xmlns:a="http://schemas.openxmlformats.org/drawingml/2006/main" name="Office Theme">
  <a:themeElements>
    <a:clrScheme name="Four Seasons">
      <a:dk1>
        <a:sysClr val="windowText" lastClr="000000"/>
      </a:dk1>
      <a:lt1>
        <a:sysClr val="window" lastClr="FFFFFF"/>
      </a:lt1>
      <a:dk2>
        <a:srgbClr val="6B7F7F"/>
      </a:dk2>
      <a:lt2>
        <a:srgbClr val="B0BCBC"/>
      </a:lt2>
      <a:accent1>
        <a:srgbClr val="7DB41B"/>
      </a:accent1>
      <a:accent2>
        <a:srgbClr val="ED8A05"/>
      </a:accent2>
      <a:accent3>
        <a:srgbClr val="288DFC"/>
      </a:accent3>
      <a:accent4>
        <a:srgbClr val="36D2B8"/>
      </a:accent4>
      <a:accent5>
        <a:srgbClr val="F5B605"/>
      </a:accent5>
      <a:accent6>
        <a:srgbClr val="E75524"/>
      </a:accent6>
      <a:hlink>
        <a:srgbClr val="ED8A05"/>
      </a:hlink>
      <a:folHlink>
        <a:srgbClr val="B0BCBC"/>
      </a:folHlink>
    </a:clrScheme>
    <a:fontScheme name="Constantia-Calibri">
      <a:majorFont>
        <a:latin typeface="Constant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Four Seasons">
      <a:dk1>
        <a:sysClr val="windowText" lastClr="000000"/>
      </a:dk1>
      <a:lt1>
        <a:sysClr val="window" lastClr="FFFFFF"/>
      </a:lt1>
      <a:dk2>
        <a:srgbClr val="6B7F7F"/>
      </a:dk2>
      <a:lt2>
        <a:srgbClr val="B0BCBC"/>
      </a:lt2>
      <a:accent1>
        <a:srgbClr val="7DB41B"/>
      </a:accent1>
      <a:accent2>
        <a:srgbClr val="ED8A05"/>
      </a:accent2>
      <a:accent3>
        <a:srgbClr val="288DFC"/>
      </a:accent3>
      <a:accent4>
        <a:srgbClr val="36D2B8"/>
      </a:accent4>
      <a:accent5>
        <a:srgbClr val="F5B605"/>
      </a:accent5>
      <a:accent6>
        <a:srgbClr val="E75524"/>
      </a:accent6>
      <a:hlink>
        <a:srgbClr val="ED8A05"/>
      </a:hlink>
      <a:folHlink>
        <a:srgbClr val="B0BCBC"/>
      </a:folHlink>
    </a:clrScheme>
    <a:fontScheme name="Constantia-Calibri">
      <a:majorFont>
        <a:latin typeface="Constant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9B7B5563E546BDCC4FF750137663" ma:contentTypeVersion="9" ma:contentTypeDescription="Create a new document." ma:contentTypeScope="" ma:versionID="8513bfaeccee3a29edeed2ebc50cefbd">
  <xsd:schema xmlns:xsd="http://www.w3.org/2001/XMLSchema" xmlns:xs="http://www.w3.org/2001/XMLSchema" xmlns:p="http://schemas.microsoft.com/office/2006/metadata/properties" xmlns:ns2="26fae966-843c-4d4f-81a0-161e61761eff" xmlns:ns3="b1ae2228-c504-4e45-a9cd-f7127473102f" targetNamespace="http://schemas.microsoft.com/office/2006/metadata/properties" ma:root="true" ma:fieldsID="16db1d309f1c262f660d08fc4ebdfc9e" ns2:_="" ns3:_="">
    <xsd:import namespace="26fae966-843c-4d4f-81a0-161e61761eff"/>
    <xsd:import namespace="b1ae2228-c504-4e45-a9cd-f7127473102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ae966-843c-4d4f-81a0-161e61761ef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e2228-c504-4e45-a9cd-f712747310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26fae966-843c-4d4f-81a0-161e61761eff">J75KEXXRD6TM-2-15946</_dlc_DocId>
    <_dlc_DocIdUrl xmlns="26fae966-843c-4d4f-81a0-161e61761eff">
      <Url>https://otsi.sharepoint.com/sites/archives/_layouts/15/DocIdRedir.aspx?ID=J75KEXXRD6TM-2-15946</Url>
      <Description>J75KEXXRD6TM-2-15946</Description>
    </_dlc_DocIdUrl>
  </documentManagement>
</p:properties>
</file>

<file path=customXml/itemProps1.xml><?xml version="1.0" encoding="utf-8"?>
<ds:datastoreItem xmlns:ds="http://schemas.openxmlformats.org/officeDocument/2006/customXml" ds:itemID="{06BCEA1F-7EEC-4FBA-BDE7-31231C1C7539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7B6C0181-02CF-4470-95DB-701DDF5602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fae966-843c-4d4f-81a0-161e61761eff"/>
    <ds:schemaRef ds:uri="b1ae2228-c504-4e45-a9cd-f712747310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E739ED5-F469-4B97-97D5-1897FAD7E423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00A93A05-AFBB-4388-A7A4-C4F71D768FFF}">
  <ds:schemaRefs>
    <ds:schemaRef ds:uri="http://schemas.microsoft.com/office/2006/metadata/properties"/>
    <ds:schemaRef ds:uri="http://schemas.microsoft.com/office/infopath/2007/PartnerControls"/>
    <ds:schemaRef ds:uri="26fae966-843c-4d4f-81a0-161e61761ef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Four seasons nature presentation (widescreen)</Template>
  <TotalTime>0</TotalTime>
  <Words>132</Words>
  <PresentationFormat>Widescreen</PresentationFormat>
  <Paragraphs>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Constantia</vt:lpstr>
      <vt:lpstr>Wingdings</vt:lpstr>
      <vt:lpstr>Four Seasons 16x9</vt:lpstr>
      <vt:lpstr>Insert and Format Slides</vt:lpstr>
      <vt:lpstr>PowerPoint Presentation</vt:lpstr>
      <vt:lpstr>Spring Into Action</vt:lpstr>
      <vt:lpstr>Grow Your Own Gardener</vt:lpstr>
      <vt:lpstr>Summer Savings</vt:lpstr>
      <vt:lpstr>Water Conservation</vt:lpstr>
      <vt:lpstr>Falling Rates</vt:lpstr>
      <vt:lpstr>Winter Wonders</vt:lpstr>
      <vt:lpstr>Water Conservation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dcterms:created xsi:type="dcterms:W3CDTF">2016-10-18T21:58:56Z</dcterms:created>
  <dcterms:modified xsi:type="dcterms:W3CDTF">2020-05-19T05:00:54Z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TC040015419991</vt:lpwstr>
  </property>
  <property fmtid="{D5CDD505-2E9C-101B-9397-08002B2CF9AE}" pid="3" name="ContentTypeId">
    <vt:lpwstr>0x0101009E1F9B7B5563E546BDCC4FF750137663</vt:lpwstr>
  </property>
  <property fmtid="{D5CDD505-2E9C-101B-9397-08002B2CF9AE}" pid="4" name="_dlc_DocIdItemGuid">
    <vt:lpwstr>7878c3c8-5b78-491d-8af7-3af04f16cb69</vt:lpwstr>
  </property>
</Properties>
</file>