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7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0" autoAdjust="0"/>
    <p:restoredTop sz="94660"/>
  </p:normalViewPr>
  <p:slideViewPr>
    <p:cSldViewPr>
      <p:cViewPr varScale="1">
        <p:scale>
          <a:sx n="85" d="100"/>
          <a:sy n="85" d="100"/>
        </p:scale>
        <p:origin x="32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5664-B319-4C54-ABAF-C31AB56A7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653E-E63F-4BC7-B1C7-FA785EE15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04D56-52F4-4269-BFE8-CC451F71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743653DA-8BF4-4869-96FE-9BCF43372D46}" type="datetime8">
              <a:rPr lang="en-US" smtClean="0"/>
              <a:pPr algn="ctr"/>
              <a:t>5/26/2020 1:56 AM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B49D6-20BE-4F23-951E-40E3383E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13BD-10CA-45C8-BA1F-7F92EF6D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70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A36E-67A8-4A15-8CBE-6D342B7D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3FD2-37FE-4410-B8A2-DE4B17842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D80F1-F544-466E-93E6-A0BDCAAB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9108-AC8D-4212-9283-60D9E99BF07A}" type="datetime8">
              <a:rPr lang="en-US" smtClean="0"/>
              <a:pPr/>
              <a:t>5/26/2020 1:56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DC431-40A4-4B13-B288-F47090E0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C9B1F-2129-4490-B169-78D055A0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3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04DA-3533-42F4-BF8B-A9035684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BBC93-BC15-48C9-9AF3-3E84FDDBE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69935-F983-4CE1-9DB0-F2585FC7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D3D3-6235-4F4C-B439-DF277FB555A7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DE48A-A8AD-482A-8136-D8512912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700FF-73BB-4983-99C9-1DA17853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53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0F48-878F-4AB0-96F1-F2AB8450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21713-C8EA-47C1-AE2F-16E6235AF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0DD12-BA95-4FE8-A466-3D8EE7741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A398C-05D2-49C9-BAE8-60E94DE5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1E3E-4B2F-4895-B65E-28B2E64F39F6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76F67-ECDD-449F-8E75-409C3D3B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9753-556B-4D6F-ACB4-A5022898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2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C949-0F61-4565-808A-8BCCCCB9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06AA-7E36-44C2-B74C-FC21D1479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5D106-6F8E-4D8F-A927-864A65A4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EF8D6-F954-40E2-9AD3-C14A5C100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BE5A3-5BF3-4678-A6C3-F9F87A539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BD832-0126-44A2-AB97-5A7CF6FC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5435-8225-4333-BFFA-0096413F0D76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F9F0D2-12AE-4544-A941-ABD5B23E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B7B1A-77D5-4D93-BEA9-FBEA0755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5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E438-3622-4B28-9F40-03CB53E2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7B2E7-BECE-40E9-89C9-C90BB405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C494-2A87-468C-A21B-CB14FB9ABB00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AC40E-70D6-47C4-9797-44B924452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AFF2B-27D0-4621-96D7-62548B4B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0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1398A-C5AE-4876-BDF8-241F2370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80FA0-5B31-4864-A2BB-719EA5A679C6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32CC8-C2DA-4115-8C24-D2CDAD51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FAC08-6A8E-49B8-A703-6D1688A2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6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055F7-7902-4442-8EA1-EB8C5502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731DB-7D34-4FE7-8190-D37472B8C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2F914-4573-4227-B0B4-5505881A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AFD35-FBA8-456C-BD83-7160D9F0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1:56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1EECD-8480-47FF-97B1-83A857B3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9A58C-997E-4DDB-8C26-8650F779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234E-E6B6-4B78-B6DE-1BD07112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15931-2FC4-4B3F-970C-3C79E710C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AA048-AC49-42F8-AF71-6E62E056C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A66D-8795-4F37-ADBC-ACFDA8EF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0EC5-AC53-4169-941E-EDF10CD23748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4532E-1FFB-4A49-8E2A-EA650A8D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DD5E0-2F4F-4315-96DA-55C56389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994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7DD7-5276-47F6-B874-0D946E17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9641B-F88A-41C9-B036-72640AC97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263F-D848-4B87-8AD2-EFEAF9B4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1:56 AM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9D92-C039-4C3F-8360-DA403F07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7AF43-1A8D-466C-BD73-1DEC6CA4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D8268-E541-4F3A-A30B-BD9FBE064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15269-B82C-47E3-9266-169718A1A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5A45-24C6-4974-819B-5423B193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1:56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C7B4C-4732-408C-8708-3B5EE292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046F-86ED-4C16-A816-A2B8AAA6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08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03BA2-1242-4374-86E0-083C650FB31B}" type="slidenum">
              <a:rPr lang="en-US" altLang="x-none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7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C0C8-36B8-442A-833D-B6AACE86BB77}" type="datetime8">
              <a:rPr lang="en-US" smtClean="0"/>
              <a:pPr/>
              <a:t>5/26/2020 1:56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865" y="1755649"/>
            <a:ext cx="2153743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CEDE0-5358-41F2-BE99-8B6F4802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FBB6-9EF8-4E10-893B-D380F7957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B1C3-8C8E-4D5B-BC33-068B4B1CA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5/26/2020 1:56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1D250-882A-491E-9528-648FCB34E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B1A6-E51B-4D57-9CF0-0D5A3E42E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3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1.wav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audio" Target="../media/audio1.wav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1.wav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Who Am I?</a:t>
            </a:r>
            <a:br>
              <a:rPr lang="en-US" sz="4700">
                <a:solidFill>
                  <a:srgbClr val="FFFFFF"/>
                </a:solidFill>
              </a:rPr>
            </a:br>
            <a:r>
              <a:rPr lang="en-US" sz="4700">
                <a:solidFill>
                  <a:srgbClr val="FFFFFF"/>
                </a:solidFill>
              </a:rPr>
              <a:t>A Journey into Journaling</a:t>
            </a: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Growing Pains series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8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125" y="3726"/>
            <a:ext cx="5614875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0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01340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What Is Journaling?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797809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A conversation with yourself</a:t>
            </a:r>
          </a:p>
          <a:p>
            <a:r>
              <a:rPr lang="en-US" sz="2000">
                <a:solidFill>
                  <a:srgbClr val="000000"/>
                </a:solidFill>
              </a:rPr>
              <a:t>Time to think about the day</a:t>
            </a:r>
          </a:p>
          <a:p>
            <a:r>
              <a:rPr lang="en-US" sz="2000">
                <a:solidFill>
                  <a:srgbClr val="000000"/>
                </a:solidFill>
              </a:rPr>
              <a:t>A way to process stressful events</a:t>
            </a:r>
          </a:p>
          <a:p>
            <a:r>
              <a:rPr lang="en-US" sz="2000">
                <a:solidFill>
                  <a:srgbClr val="000000"/>
                </a:solidFill>
              </a:rPr>
              <a:t>Getting things off your mind</a:t>
            </a:r>
          </a:p>
        </p:txBody>
      </p:sp>
      <p:sp>
        <p:nvSpPr>
          <p:cNvPr id="27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191562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3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CC19F-1F72-4EF7-AB0F-723BF7D6C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8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 dir="u"/>
        <p:sndAc>
          <p:stSnd>
            <p:snd r:embed="rId2" name="type.wav"/>
          </p:stSnd>
        </p:sndAc>
      </p:transition>
    </mc:Choice>
    <mc:Fallback xmlns="">
      <p:transition spd="slow">
        <p:cover dir="u"/>
        <p:sndAc>
          <p:stSnd>
            <p:snd r:embed="rId6" name="typ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164D969-46F1-44FC-B488-3FA68C677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707"/>
            <a:ext cx="12188952" cy="6656293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3003D4E-E9FF-4669-90E7-7CED08158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20008" r="8214" b="57101"/>
          <a:stretch/>
        </p:blipFill>
        <p:spPr>
          <a:xfrm flipV="1">
            <a:off x="2" y="1"/>
            <a:ext cx="12191999" cy="1878950"/>
          </a:xfrm>
          <a:custGeom>
            <a:avLst/>
            <a:gdLst>
              <a:gd name="connsiteX0" fmla="*/ 0 w 12191999"/>
              <a:gd name="connsiteY0" fmla="*/ 1878950 h 1878950"/>
              <a:gd name="connsiteX1" fmla="*/ 12191999 w 12191999"/>
              <a:gd name="connsiteY1" fmla="*/ 1878950 h 1878950"/>
              <a:gd name="connsiteX2" fmla="*/ 12191999 w 12191999"/>
              <a:gd name="connsiteY2" fmla="*/ 0 h 1878950"/>
              <a:gd name="connsiteX3" fmla="*/ 0 w 12191999"/>
              <a:gd name="connsiteY3" fmla="*/ 0 h 187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878950">
                <a:moveTo>
                  <a:pt x="0" y="1878950"/>
                </a:moveTo>
                <a:lnTo>
                  <a:pt x="12191999" y="187895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7D98261-3895-4FB5-B9CE-26FAF635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t="-1" r="8214" b="80325"/>
          <a:stretch/>
        </p:blipFill>
        <p:spPr>
          <a:xfrm flipV="1">
            <a:off x="0" y="4914024"/>
            <a:ext cx="12191999" cy="1614974"/>
          </a:xfrm>
          <a:custGeom>
            <a:avLst/>
            <a:gdLst>
              <a:gd name="connsiteX0" fmla="*/ 0 w 12191999"/>
              <a:gd name="connsiteY0" fmla="*/ 1614974 h 1614974"/>
              <a:gd name="connsiteX1" fmla="*/ 12191999 w 12191999"/>
              <a:gd name="connsiteY1" fmla="*/ 1614974 h 1614974"/>
              <a:gd name="connsiteX2" fmla="*/ 12191999 w 12191999"/>
              <a:gd name="connsiteY2" fmla="*/ 0 h 1614974"/>
              <a:gd name="connsiteX3" fmla="*/ 0 w 12191999"/>
              <a:gd name="connsiteY3" fmla="*/ 0 h 161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1614974">
                <a:moveTo>
                  <a:pt x="0" y="1614974"/>
                </a:moveTo>
                <a:lnTo>
                  <a:pt x="12191999" y="1614974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805661" y="1401859"/>
            <a:ext cx="3510845" cy="40542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 Yourself Up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5257800" y="1553134"/>
            <a:ext cx="6128539" cy="37517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Choose your special book</a:t>
            </a:r>
          </a:p>
          <a:p>
            <a:r>
              <a:rPr lang="en-US" sz="2200">
                <a:solidFill>
                  <a:srgbClr val="FFFFFF"/>
                </a:solidFill>
              </a:rPr>
              <a:t>Choose a special time</a:t>
            </a:r>
          </a:p>
          <a:p>
            <a:r>
              <a:rPr lang="en-US" sz="2200">
                <a:solidFill>
                  <a:srgbClr val="FFFFFF"/>
                </a:solidFill>
              </a:rPr>
              <a:t>Choose a special place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0A01E6-95B9-424D-93AE-19F4928D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44454"/>
            <a:ext cx="12188952" cy="813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8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 dir="u"/>
        <p:sndAc>
          <p:stSnd>
            <p:snd r:embed="rId2" name="type.wav"/>
          </p:stSnd>
        </p:sndAc>
      </p:transition>
    </mc:Choice>
    <mc:Fallback xmlns="">
      <p:transition spd="slow">
        <p:cover dir="u"/>
        <p:sndAc>
          <p:stSnd>
            <p:snd r:embed="rId4" name="typ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to Write About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rgbClr val="000000"/>
                </a:solidFill>
              </a:rPr>
              <a:t>Ask yourself questions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How am I feeling right now?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What happened to me today?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Who are my best friends and why?</a:t>
            </a:r>
          </a:p>
          <a:p>
            <a:r>
              <a:rPr lang="en-US" sz="2400">
                <a:solidFill>
                  <a:srgbClr val="000000"/>
                </a:solidFill>
              </a:rPr>
              <a:t>Letters</a:t>
            </a:r>
          </a:p>
          <a:p>
            <a:r>
              <a:rPr lang="en-US" sz="2400">
                <a:solidFill>
                  <a:srgbClr val="000000"/>
                </a:solidFill>
              </a:rPr>
              <a:t>Short stories and poems</a:t>
            </a:r>
          </a:p>
          <a:p>
            <a:r>
              <a:rPr lang="en-US" sz="2400">
                <a:solidFill>
                  <a:srgbClr val="000000"/>
                </a:solidFill>
              </a:rPr>
              <a:t>Likes and dislikes</a:t>
            </a:r>
          </a:p>
          <a:p>
            <a:r>
              <a:rPr lang="en-US" sz="2400">
                <a:solidFill>
                  <a:srgbClr val="000000"/>
                </a:solidFill>
              </a:rPr>
              <a:t>Dreams</a:t>
            </a:r>
          </a:p>
          <a:p>
            <a:endParaRPr lang="en-US" sz="2400">
              <a:solidFill>
                <a:srgbClr val="000000"/>
              </a:solidFill>
            </a:endParaRPr>
          </a:p>
          <a:p>
            <a:endParaRPr 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18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 dir="u"/>
        <p:sndAc>
          <p:stSnd>
            <p:snd r:embed="rId2" name="type.wav"/>
          </p:stSnd>
        </p:sndAc>
      </p:transition>
    </mc:Choice>
    <mc:Fallback xmlns="">
      <p:transition spd="slow">
        <p:cover dir="u"/>
        <p:sndAc>
          <p:stSnd>
            <p:snd r:embed="rId4" name="typ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B789048-32EE-491B-8CBF-558344FD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8309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72000"/>
                </a:schemeClr>
              </a:gs>
              <a:gs pos="25000">
                <a:schemeClr val="accent1">
                  <a:alpha val="55000"/>
                </a:schemeClr>
              </a:gs>
              <a:gs pos="94000">
                <a:schemeClr val="bg2">
                  <a:lumMod val="75000"/>
                  <a:alpha val="90000"/>
                </a:schemeClr>
              </a:gs>
              <a:gs pos="100000">
                <a:schemeClr val="bg2">
                  <a:lumMod val="75000"/>
                  <a:alpha val="9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6DA64E-EB13-4B6B-B5C7-EDB6E8B29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804685" y="3353057"/>
            <a:ext cx="4481477" cy="17790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rgbClr val="000000"/>
                </a:solidFill>
              </a:rPr>
              <a:t>Things That Are Important to Me</a:t>
            </a:r>
          </a:p>
        </p:txBody>
      </p:sp>
      <p:sp>
        <p:nvSpPr>
          <p:cNvPr id="23" name="Freeform 67">
            <a:extLst>
              <a:ext uri="{FF2B5EF4-FFF2-40B4-BE49-F238E27FC236}">
                <a16:creationId xmlns:a16="http://schemas.microsoft.com/office/drawing/2014/main" id="{07500BEA-8A07-45E9-9219-40FBEECD5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0086"/>
            <a:ext cx="3209709" cy="2677914"/>
          </a:xfrm>
          <a:custGeom>
            <a:avLst/>
            <a:gdLst>
              <a:gd name="connsiteX0" fmla="*/ 1465277 w 3242130"/>
              <a:gd name="connsiteY0" fmla="*/ 0 h 2704964"/>
              <a:gd name="connsiteX1" fmla="*/ 3242130 w 3242130"/>
              <a:gd name="connsiteY1" fmla="*/ 1776853 h 2704964"/>
              <a:gd name="connsiteX2" fmla="*/ 3027674 w 3242130"/>
              <a:gd name="connsiteY2" fmla="*/ 2623807 h 2704964"/>
              <a:gd name="connsiteX3" fmla="*/ 2978369 w 3242130"/>
              <a:gd name="connsiteY3" fmla="*/ 2704964 h 2704964"/>
              <a:gd name="connsiteX4" fmla="*/ 0 w 3242130"/>
              <a:gd name="connsiteY4" fmla="*/ 2704964 h 2704964"/>
              <a:gd name="connsiteX5" fmla="*/ 0 w 3242130"/>
              <a:gd name="connsiteY5" fmla="*/ 772542 h 2704964"/>
              <a:gd name="connsiteX6" fmla="*/ 94171 w 3242130"/>
              <a:gd name="connsiteY6" fmla="*/ 646610 h 2704964"/>
              <a:gd name="connsiteX7" fmla="*/ 1465277 w 3242130"/>
              <a:gd name="connsiteY7" fmla="*/ 0 h 2704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42130" h="2704964">
                <a:moveTo>
                  <a:pt x="1465277" y="0"/>
                </a:moveTo>
                <a:cubicBezTo>
                  <a:pt x="2446606" y="0"/>
                  <a:pt x="3242130" y="795524"/>
                  <a:pt x="3242130" y="1776853"/>
                </a:cubicBezTo>
                <a:cubicBezTo>
                  <a:pt x="3242130" y="2083519"/>
                  <a:pt x="3164442" y="2372039"/>
                  <a:pt x="3027674" y="2623807"/>
                </a:cubicBezTo>
                <a:lnTo>
                  <a:pt x="2978369" y="2704964"/>
                </a:lnTo>
                <a:lnTo>
                  <a:pt x="0" y="2704964"/>
                </a:lnTo>
                <a:lnTo>
                  <a:pt x="0" y="772542"/>
                </a:lnTo>
                <a:lnTo>
                  <a:pt x="94171" y="646610"/>
                </a:lnTo>
                <a:cubicBezTo>
                  <a:pt x="420072" y="251709"/>
                  <a:pt x="913280" y="0"/>
                  <a:pt x="1465277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06ACBB-A8A7-4C1B-9832-A4BFEDD2E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4527" y="2905885"/>
            <a:ext cx="2765788" cy="2731720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65">
            <a:extLst>
              <a:ext uri="{FF2B5EF4-FFF2-40B4-BE49-F238E27FC236}">
                <a16:creationId xmlns:a16="http://schemas.microsoft.com/office/drawing/2014/main" id="{46664683-CA82-4BDA-BCF2-581458074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090921" cy="3465906"/>
          </a:xfrm>
          <a:custGeom>
            <a:avLst/>
            <a:gdLst>
              <a:gd name="connsiteX0" fmla="*/ 0 w 4090921"/>
              <a:gd name="connsiteY0" fmla="*/ 0 h 3465906"/>
              <a:gd name="connsiteX1" fmla="*/ 3746474 w 4090921"/>
              <a:gd name="connsiteY1" fmla="*/ 0 h 3465906"/>
              <a:gd name="connsiteX2" fmla="*/ 3817144 w 4090921"/>
              <a:gd name="connsiteY2" fmla="*/ 116327 h 3465906"/>
              <a:gd name="connsiteX3" fmla="*/ 4090921 w 4090921"/>
              <a:gd name="connsiteY3" fmla="*/ 1197557 h 3465906"/>
              <a:gd name="connsiteX4" fmla="*/ 1822572 w 4090921"/>
              <a:gd name="connsiteY4" fmla="*/ 3465906 h 3465906"/>
              <a:gd name="connsiteX5" fmla="*/ 72204 w 4090921"/>
              <a:gd name="connsiteY5" fmla="*/ 2640438 h 3465906"/>
              <a:gd name="connsiteX6" fmla="*/ 0 w 4090921"/>
              <a:gd name="connsiteY6" fmla="*/ 2543882 h 346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90921" h="3465906">
                <a:moveTo>
                  <a:pt x="0" y="0"/>
                </a:moveTo>
                <a:lnTo>
                  <a:pt x="3746474" y="0"/>
                </a:lnTo>
                <a:lnTo>
                  <a:pt x="3817144" y="116327"/>
                </a:lnTo>
                <a:cubicBezTo>
                  <a:pt x="3991744" y="437737"/>
                  <a:pt x="4090921" y="806065"/>
                  <a:pt x="4090921" y="1197557"/>
                </a:cubicBezTo>
                <a:cubicBezTo>
                  <a:pt x="4090921" y="2450332"/>
                  <a:pt x="3075348" y="3465906"/>
                  <a:pt x="1822572" y="3465906"/>
                </a:cubicBezTo>
                <a:cubicBezTo>
                  <a:pt x="1117886" y="3465906"/>
                  <a:pt x="488252" y="3144572"/>
                  <a:pt x="72204" y="2640438"/>
                </a:cubicBezTo>
                <a:lnTo>
                  <a:pt x="0" y="2543882"/>
                </a:ln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Graphic 13" descr="Reflection">
            <a:extLst>
              <a:ext uri="{FF2B5EF4-FFF2-40B4-BE49-F238E27FC236}">
                <a16:creationId xmlns:a16="http://schemas.microsoft.com/office/drawing/2014/main" id="{A6A3E4DC-2A57-4381-BA34-52CB075F7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50" y="242582"/>
            <a:ext cx="2349120" cy="2349120"/>
          </a:xfrm>
          <a:prstGeom prst="rect">
            <a:avLst/>
          </a:prstGeom>
        </p:spPr>
      </p:pic>
      <p:pic>
        <p:nvPicPr>
          <p:cNvPr id="12" name="Graphic 11" descr="Police">
            <a:extLst>
              <a:ext uri="{FF2B5EF4-FFF2-40B4-BE49-F238E27FC236}">
                <a16:creationId xmlns:a16="http://schemas.microsoft.com/office/drawing/2014/main" id="{4CBCF519-D964-454E-9695-86BDACBFE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9512" y="3303834"/>
            <a:ext cx="1877496" cy="1877496"/>
          </a:xfrm>
          <a:prstGeom prst="rect">
            <a:avLst/>
          </a:prstGeom>
        </p:spPr>
      </p:pic>
      <p:pic>
        <p:nvPicPr>
          <p:cNvPr id="10" name="Graphic 9" descr="Home1">
            <a:extLst>
              <a:ext uri="{FF2B5EF4-FFF2-40B4-BE49-F238E27FC236}">
                <a16:creationId xmlns:a16="http://schemas.microsoft.com/office/drawing/2014/main" id="{C595895C-5D73-408C-B941-5841A23921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828" y="4627082"/>
            <a:ext cx="1783921" cy="17839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122DD-FCC2-4888-8945-636977491D21}"/>
              </a:ext>
            </a:extLst>
          </p:cNvPr>
          <p:cNvSpPr txBox="1"/>
          <p:nvPr/>
        </p:nvSpPr>
        <p:spPr>
          <a:xfrm>
            <a:off x="684949" y="2444219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self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713B1-A860-4F35-B4F0-CB821F6563FB}"/>
              </a:ext>
            </a:extLst>
          </p:cNvPr>
          <p:cNvSpPr txBox="1"/>
          <p:nvPr/>
        </p:nvSpPr>
        <p:spPr>
          <a:xfrm>
            <a:off x="152400" y="6310123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family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1D0531-0935-4D81-9F88-1E573B71D6E1}"/>
              </a:ext>
            </a:extLst>
          </p:cNvPr>
          <p:cNvSpPr txBox="1"/>
          <p:nvPr/>
        </p:nvSpPr>
        <p:spPr>
          <a:xfrm>
            <a:off x="3638284" y="5024735"/>
            <a:ext cx="234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Bradley Hand ITC" panose="03070402050302030203" pitchFamily="66" charset="0"/>
              </a:rPr>
              <a:t>My job</a:t>
            </a:r>
          </a:p>
        </p:txBody>
      </p:sp>
    </p:spTree>
    <p:extLst>
      <p:ext uri="{BB962C8B-B14F-4D97-AF65-F5344CB8AC3E}">
        <p14:creationId xmlns:p14="http://schemas.microsoft.com/office/powerpoint/2010/main" val="291817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 dir="u"/>
        <p:sndAc>
          <p:stSnd>
            <p:snd r:embed="rId2" name="type.wav"/>
          </p:stSnd>
        </p:sndAc>
      </p:transition>
    </mc:Choice>
    <mc:Fallback xmlns="">
      <p:transition spd="slow">
        <p:cover dir="u"/>
        <p:sndAc>
          <p:stSnd>
            <p:snd r:embed="rId10" name="typ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Are There Rules?</a:t>
            </a:r>
          </a:p>
        </p:txBody>
      </p:sp>
      <p:sp>
        <p:nvSpPr>
          <p:cNvPr id="32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300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6F3CC19F-1F72-4EF7-AB0F-723BF7D6C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000000"/>
                </a:solidFill>
              </a:rPr>
              <a:t>Be honest</a:t>
            </a:r>
          </a:p>
          <a:p>
            <a:r>
              <a:rPr lang="en-US" sz="2000">
                <a:solidFill>
                  <a:srgbClr val="000000"/>
                </a:solidFill>
              </a:rPr>
              <a:t>Leave room to make changes</a:t>
            </a:r>
          </a:p>
          <a:p>
            <a:r>
              <a:rPr lang="en-US" sz="2000">
                <a:solidFill>
                  <a:srgbClr val="000000"/>
                </a:solidFill>
              </a:rPr>
              <a:t>Keep it private if you want</a:t>
            </a:r>
          </a:p>
          <a:p>
            <a:r>
              <a:rPr lang="en-US" sz="2000">
                <a:solidFill>
                  <a:srgbClr val="000000"/>
                </a:solidFill>
              </a:rPr>
              <a:t>Date your entries</a:t>
            </a:r>
          </a:p>
        </p:txBody>
      </p:sp>
    </p:spTree>
    <p:extLst>
      <p:ext uri="{BB962C8B-B14F-4D97-AF65-F5344CB8AC3E}">
        <p14:creationId xmlns:p14="http://schemas.microsoft.com/office/powerpoint/2010/main" val="213784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 dir="u"/>
        <p:sndAc>
          <p:stSnd>
            <p:snd r:embed="rId2" name="type.wav"/>
          </p:stSnd>
        </p:sndAc>
      </p:transition>
    </mc:Choice>
    <mc:Fallback xmlns="">
      <p:transition spd="slow">
        <p:cover dir="u"/>
        <p:sndAc>
          <p:stSnd>
            <p:snd r:embed="rId6" name="typ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170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19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5E59CC-7059-4455-9789-EDFBBE8F5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983" r="60644" b="14447"/>
          <a:stretch/>
        </p:blipFill>
        <p:spPr>
          <a:xfrm>
            <a:off x="2777490" y="2"/>
            <a:ext cx="6185757" cy="6857999"/>
          </a:xfrm>
          <a:custGeom>
            <a:avLst/>
            <a:gdLst>
              <a:gd name="connsiteX0" fmla="*/ 0 w 9414510"/>
              <a:gd name="connsiteY0" fmla="*/ 0 h 6857999"/>
              <a:gd name="connsiteX1" fmla="*/ 9414510 w 9414510"/>
              <a:gd name="connsiteY1" fmla="*/ 0 h 6857999"/>
              <a:gd name="connsiteX2" fmla="*/ 9414510 w 9414510"/>
              <a:gd name="connsiteY2" fmla="*/ 6857999 h 6857999"/>
              <a:gd name="connsiteX3" fmla="*/ 0 w 941451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4510" h="6857999">
                <a:moveTo>
                  <a:pt x="0" y="0"/>
                </a:moveTo>
                <a:lnTo>
                  <a:pt x="9414510" y="0"/>
                </a:lnTo>
                <a:lnTo>
                  <a:pt x="941451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Famous Examples</a:t>
            </a:r>
          </a:p>
        </p:txBody>
      </p:sp>
      <p:sp>
        <p:nvSpPr>
          <p:cNvPr id="11" name="Rectangle 3"/>
          <p:cNvSpPr>
            <a:spLocks noGrp="1"/>
          </p:cNvSpPr>
          <p:nvPr>
            <p:ph type="body" idx="1"/>
          </p:nvPr>
        </p:nvSpPr>
        <p:spPr>
          <a:xfrm>
            <a:off x="6305550" y="1032987"/>
            <a:ext cx="5246370" cy="47920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i="1">
                <a:solidFill>
                  <a:srgbClr val="FFFFFF"/>
                </a:solidFill>
              </a:rPr>
              <a:t>Anne Frank: The Diary of a Young Girl</a:t>
            </a:r>
          </a:p>
          <a:p>
            <a:r>
              <a:rPr lang="en-US" sz="2400" i="1">
                <a:solidFill>
                  <a:srgbClr val="FFFFFF"/>
                </a:solidFill>
              </a:rPr>
              <a:t>The Pianist</a:t>
            </a:r>
            <a:r>
              <a:rPr lang="en-US" sz="2400">
                <a:solidFill>
                  <a:srgbClr val="FFFFFF"/>
                </a:solidFill>
              </a:rPr>
              <a:t> by Władysław Szpilman</a:t>
            </a:r>
          </a:p>
          <a:p>
            <a:r>
              <a:rPr lang="en-US" sz="2400" i="1">
                <a:solidFill>
                  <a:srgbClr val="FFFFFF"/>
                </a:solidFill>
              </a:rPr>
              <a:t>What I Know for Sure</a:t>
            </a:r>
            <a:r>
              <a:rPr lang="en-US" sz="2400">
                <a:solidFill>
                  <a:srgbClr val="FFFFFF"/>
                </a:solidFill>
              </a:rPr>
              <a:t> by Oprah Winfrey</a:t>
            </a:r>
          </a:p>
          <a:p>
            <a:r>
              <a:rPr lang="en-US" sz="2400" i="1">
                <a:solidFill>
                  <a:srgbClr val="FFFFFF"/>
                </a:solidFill>
              </a:rPr>
              <a:t>Journals</a:t>
            </a:r>
            <a:r>
              <a:rPr lang="en-US" sz="2400">
                <a:solidFill>
                  <a:srgbClr val="FFFFFF"/>
                </a:solidFill>
              </a:rPr>
              <a:t> by Kurt Cobain</a:t>
            </a:r>
          </a:p>
          <a:p>
            <a:r>
              <a:rPr lang="en-US" sz="2400" i="1">
                <a:solidFill>
                  <a:srgbClr val="FFFFFF"/>
                </a:solidFill>
              </a:rPr>
              <a:t>The Journals of Sylvia Plath</a:t>
            </a:r>
          </a:p>
          <a:p>
            <a:r>
              <a:rPr lang="en-US" sz="2400" i="1">
                <a:solidFill>
                  <a:srgbClr val="FFFFFF"/>
                </a:solidFill>
              </a:rPr>
              <a:t>Walden</a:t>
            </a:r>
            <a:r>
              <a:rPr lang="en-US" sz="2400">
                <a:solidFill>
                  <a:srgbClr val="FFFFFF"/>
                </a:solidFill>
              </a:rPr>
              <a:t> by Henry David Thoreau</a:t>
            </a:r>
          </a:p>
        </p:txBody>
      </p:sp>
    </p:spTree>
    <p:extLst>
      <p:ext uri="{BB962C8B-B14F-4D97-AF65-F5344CB8AC3E}">
        <p14:creationId xmlns:p14="http://schemas.microsoft.com/office/powerpoint/2010/main" val="4082498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:cover dir="u"/>
        <p:sndAc>
          <p:stSnd>
            <p:snd r:embed="rId2" name="type.wav"/>
          </p:stSnd>
        </p:sndAc>
      </p:transition>
    </mc:Choice>
    <mc:Fallback xmlns="">
      <p:transition spd="slow">
        <p:cover dir="u"/>
        <p:sndAc>
          <p:stSnd>
            <p:snd r:embed="rId4" name="typ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J75KEXXRD6TM-2-15960</_dlc_DocId>
    <_dlc_DocIdUrl xmlns="26fae966-843c-4d4f-81a0-161e61761eff">
      <Url>https://otsi.sharepoint.com/sites/archives/_layouts/15/DocIdRedir.aspx?ID=J75KEXXRD6TM-2-15960</Url>
      <Description>J75KEXXRD6TM-2-15960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71E19C-F3DC-4EE7-BD05-A383971BBA70}">
  <ds:schemaRefs>
    <ds:schemaRef ds:uri="http://schemas.microsoft.com/office/2006/metadata/properties"/>
    <ds:schemaRef ds:uri="http://schemas.microsoft.com/office/infopath/2007/PartnerControls"/>
    <ds:schemaRef ds:uri="26fae966-843c-4d4f-81a0-161e61761eff"/>
  </ds:schemaRefs>
</ds:datastoreItem>
</file>

<file path=customXml/itemProps2.xml><?xml version="1.0" encoding="utf-8"?>
<ds:datastoreItem xmlns:ds="http://schemas.openxmlformats.org/officeDocument/2006/customXml" ds:itemID="{5FC14DB5-B14D-4AC4-BAAB-A885BBE4C4E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4B04899E-B539-498D-80D5-89E6746F0E19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DFC1D55-246F-4F54-A952-8ADFFF813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Bradley Hand ITC</vt:lpstr>
      <vt:lpstr>Calibri</vt:lpstr>
      <vt:lpstr>Calibri Light</vt:lpstr>
      <vt:lpstr>Office Theme</vt:lpstr>
      <vt:lpstr>Who Am I? A Journey into Journaling</vt:lpstr>
      <vt:lpstr>What Is Journaling?</vt:lpstr>
      <vt:lpstr>Set Yourself Up</vt:lpstr>
      <vt:lpstr>What to Write About</vt:lpstr>
      <vt:lpstr>Things That Are Important to Me</vt:lpstr>
      <vt:lpstr>Are There Rules?</vt:lpstr>
      <vt:lpstr>Famous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2020-05-26T07:09:29Z</dcterms:created>
  <dcterms:modified xsi:type="dcterms:W3CDTF">2020-05-26T07:56:43Z</dcterms:modified>
</cp:coreProperties>
</file>