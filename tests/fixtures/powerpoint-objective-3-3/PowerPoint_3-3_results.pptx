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24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20" autoAdjust="0"/>
    <p:restoredTop sz="94635" autoAdjust="0"/>
  </p:normalViewPr>
  <p:slideViewPr>
    <p:cSldViewPr snapToGrid="0">
      <p:cViewPr varScale="1">
        <p:scale>
          <a:sx n="85" d="100"/>
          <a:sy n="85" d="100"/>
        </p:scale>
        <p:origin x="6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F52F1E-C61C-43B5-ADB3-CEFC7348BB5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46A4614-7729-490D-AFA9-2B93541133AD}">
      <dgm:prSet/>
      <dgm:spPr/>
      <dgm:t>
        <a:bodyPr/>
        <a:lstStyle/>
        <a:p>
          <a:pPr>
            <a:defRPr cap="all"/>
          </a:pPr>
          <a:r>
            <a:rPr lang="en-US"/>
            <a:t>Play in the ocean</a:t>
          </a:r>
        </a:p>
      </dgm:t>
    </dgm:pt>
    <dgm:pt modelId="{68D30169-1FFC-471C-9EF3-D20541B7D69A}" type="parTrans" cxnId="{C38DAEC3-ED0C-4A28-A08C-F5A8BF232FF2}">
      <dgm:prSet/>
      <dgm:spPr/>
      <dgm:t>
        <a:bodyPr/>
        <a:lstStyle/>
        <a:p>
          <a:endParaRPr lang="en-US"/>
        </a:p>
      </dgm:t>
    </dgm:pt>
    <dgm:pt modelId="{085FA6C8-D3ED-46E2-92E9-7A6E22F233AB}" type="sibTrans" cxnId="{C38DAEC3-ED0C-4A28-A08C-F5A8BF232FF2}">
      <dgm:prSet/>
      <dgm:spPr/>
      <dgm:t>
        <a:bodyPr/>
        <a:lstStyle/>
        <a:p>
          <a:endParaRPr lang="en-US"/>
        </a:p>
      </dgm:t>
    </dgm:pt>
    <dgm:pt modelId="{4EFF192A-FD1C-42A3-AB77-E1D58432EFEB}">
      <dgm:prSet/>
      <dgm:spPr/>
      <dgm:t>
        <a:bodyPr/>
        <a:lstStyle/>
        <a:p>
          <a:pPr>
            <a:defRPr cap="all"/>
          </a:pPr>
          <a:r>
            <a:rPr lang="en-US"/>
            <a:t>Build sandcastles</a:t>
          </a:r>
        </a:p>
      </dgm:t>
    </dgm:pt>
    <dgm:pt modelId="{67F367C7-6C17-409A-AA6C-400CD4457B3B}" type="parTrans" cxnId="{AB50A6F0-23F6-4A08-9B29-BD0840BCEFCE}">
      <dgm:prSet/>
      <dgm:spPr/>
      <dgm:t>
        <a:bodyPr/>
        <a:lstStyle/>
        <a:p>
          <a:endParaRPr lang="en-US"/>
        </a:p>
      </dgm:t>
    </dgm:pt>
    <dgm:pt modelId="{440469AA-2145-408B-A3DA-F3B03DCFCFC9}" type="sibTrans" cxnId="{AB50A6F0-23F6-4A08-9B29-BD0840BCEFCE}">
      <dgm:prSet/>
      <dgm:spPr/>
      <dgm:t>
        <a:bodyPr/>
        <a:lstStyle/>
        <a:p>
          <a:endParaRPr lang="en-US"/>
        </a:p>
      </dgm:t>
    </dgm:pt>
    <dgm:pt modelId="{23C2655D-9407-470E-A817-B2A383CF51E4}">
      <dgm:prSet/>
      <dgm:spPr/>
      <dgm:t>
        <a:bodyPr/>
        <a:lstStyle/>
        <a:p>
          <a:pPr>
            <a:defRPr cap="all"/>
          </a:pPr>
          <a:r>
            <a:rPr lang="en-US"/>
            <a:t>Participate in water sports including sailing, snorkeling, and SCUBA diving</a:t>
          </a:r>
        </a:p>
      </dgm:t>
    </dgm:pt>
    <dgm:pt modelId="{686A6152-37EF-46B8-A4D6-7724667DD151}" type="parTrans" cxnId="{5CC5142F-6835-47FC-B105-349A6D316FE8}">
      <dgm:prSet/>
      <dgm:spPr/>
      <dgm:t>
        <a:bodyPr/>
        <a:lstStyle/>
        <a:p>
          <a:endParaRPr lang="en-US"/>
        </a:p>
      </dgm:t>
    </dgm:pt>
    <dgm:pt modelId="{B8CE25CE-06DC-41C7-BC04-ABFFA41497B6}" type="sibTrans" cxnId="{5CC5142F-6835-47FC-B105-349A6D316FE8}">
      <dgm:prSet/>
      <dgm:spPr/>
      <dgm:t>
        <a:bodyPr/>
        <a:lstStyle/>
        <a:p>
          <a:endParaRPr lang="en-US"/>
        </a:p>
      </dgm:t>
    </dgm:pt>
    <dgm:pt modelId="{E975D0C1-7A24-45B8-B330-38CEA1FD26E5}" type="pres">
      <dgm:prSet presAssocID="{83F52F1E-C61C-43B5-ADB3-CEFC7348BB50}" presName="root" presStyleCnt="0">
        <dgm:presLayoutVars>
          <dgm:dir/>
          <dgm:resizeHandles val="exact"/>
        </dgm:presLayoutVars>
      </dgm:prSet>
      <dgm:spPr/>
    </dgm:pt>
    <dgm:pt modelId="{554994DE-BC26-4E98-BCAD-B61A98247A54}" type="pres">
      <dgm:prSet presAssocID="{746A4614-7729-490D-AFA9-2B93541133AD}" presName="compNode" presStyleCnt="0"/>
      <dgm:spPr/>
    </dgm:pt>
    <dgm:pt modelId="{9FB3B15C-5908-4D5D-9812-410C9E43A280}" type="pres">
      <dgm:prSet presAssocID="{746A4614-7729-490D-AFA9-2B93541133AD}" presName="iconBgRect" presStyleLbl="bgShp" presStyleIdx="0" presStyleCnt="3"/>
      <dgm:spPr/>
    </dgm:pt>
    <dgm:pt modelId="{58BFC069-800B-4C82-A1BC-329F9A1524E0}" type="pres">
      <dgm:prSet presAssocID="{746A4614-7729-490D-AFA9-2B93541133A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sh"/>
        </a:ext>
      </dgm:extLst>
    </dgm:pt>
    <dgm:pt modelId="{B7D8A6B7-A1FC-45B4-9740-2CEF823E2682}" type="pres">
      <dgm:prSet presAssocID="{746A4614-7729-490D-AFA9-2B93541133AD}" presName="spaceRect" presStyleCnt="0"/>
      <dgm:spPr/>
    </dgm:pt>
    <dgm:pt modelId="{B6604378-DE91-4FE7-A080-D48197A0F209}" type="pres">
      <dgm:prSet presAssocID="{746A4614-7729-490D-AFA9-2B93541133AD}" presName="textRect" presStyleLbl="revTx" presStyleIdx="0" presStyleCnt="3">
        <dgm:presLayoutVars>
          <dgm:chMax val="1"/>
          <dgm:chPref val="1"/>
        </dgm:presLayoutVars>
      </dgm:prSet>
      <dgm:spPr/>
    </dgm:pt>
    <dgm:pt modelId="{A96FEAFF-94C7-4BE4-9CD2-A1ECDF2E7DE7}" type="pres">
      <dgm:prSet presAssocID="{085FA6C8-D3ED-46E2-92E9-7A6E22F233AB}" presName="sibTrans" presStyleCnt="0"/>
      <dgm:spPr/>
    </dgm:pt>
    <dgm:pt modelId="{158D3CD7-8C16-434F-9153-1DCFDA92C14B}" type="pres">
      <dgm:prSet presAssocID="{4EFF192A-FD1C-42A3-AB77-E1D58432EFEB}" presName="compNode" presStyleCnt="0"/>
      <dgm:spPr/>
    </dgm:pt>
    <dgm:pt modelId="{5CE04362-3A5D-4694-800B-E35474D62DA0}" type="pres">
      <dgm:prSet presAssocID="{4EFF192A-FD1C-42A3-AB77-E1D58432EFEB}" presName="iconBgRect" presStyleLbl="bgShp" presStyleIdx="1" presStyleCnt="3"/>
      <dgm:spPr/>
    </dgm:pt>
    <dgm:pt modelId="{3DEE7658-3315-4E09-8192-6E7B30E99733}" type="pres">
      <dgm:prSet presAssocID="{4EFF192A-FD1C-42A3-AB77-E1D58432EF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52F59C54-BAEC-46E0-A690-2E8172EFA133}" type="pres">
      <dgm:prSet presAssocID="{4EFF192A-FD1C-42A3-AB77-E1D58432EFEB}" presName="spaceRect" presStyleCnt="0"/>
      <dgm:spPr/>
    </dgm:pt>
    <dgm:pt modelId="{350FF6FD-54D6-49B0-B231-C84AEA1C989E}" type="pres">
      <dgm:prSet presAssocID="{4EFF192A-FD1C-42A3-AB77-E1D58432EFEB}" presName="textRect" presStyleLbl="revTx" presStyleIdx="1" presStyleCnt="3">
        <dgm:presLayoutVars>
          <dgm:chMax val="1"/>
          <dgm:chPref val="1"/>
        </dgm:presLayoutVars>
      </dgm:prSet>
      <dgm:spPr/>
    </dgm:pt>
    <dgm:pt modelId="{DF9CBDBF-300A-4E02-9A62-5B13201CFCA2}" type="pres">
      <dgm:prSet presAssocID="{440469AA-2145-408B-A3DA-F3B03DCFCFC9}" presName="sibTrans" presStyleCnt="0"/>
      <dgm:spPr/>
    </dgm:pt>
    <dgm:pt modelId="{8BC881D3-FE32-421C-B8A2-B77A40B67981}" type="pres">
      <dgm:prSet presAssocID="{23C2655D-9407-470E-A817-B2A383CF51E4}" presName="compNode" presStyleCnt="0"/>
      <dgm:spPr/>
    </dgm:pt>
    <dgm:pt modelId="{25DA20FC-CA86-4A2E-82CD-4FF744FCB3EA}" type="pres">
      <dgm:prSet presAssocID="{23C2655D-9407-470E-A817-B2A383CF51E4}" presName="iconBgRect" presStyleLbl="bgShp" presStyleIdx="2" presStyleCnt="3"/>
      <dgm:spPr/>
    </dgm:pt>
    <dgm:pt modelId="{EE730E73-4A8C-4CC0-94BD-BA77D25D1D59}" type="pres">
      <dgm:prSet presAssocID="{23C2655D-9407-470E-A817-B2A383CF51E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uba dive"/>
        </a:ext>
      </dgm:extLst>
    </dgm:pt>
    <dgm:pt modelId="{956DDFA5-48C2-4133-A69B-9900A0D04003}" type="pres">
      <dgm:prSet presAssocID="{23C2655D-9407-470E-A817-B2A383CF51E4}" presName="spaceRect" presStyleCnt="0"/>
      <dgm:spPr/>
    </dgm:pt>
    <dgm:pt modelId="{DCF87CC9-4604-437D-A888-DAEEB89B3BFA}" type="pres">
      <dgm:prSet presAssocID="{23C2655D-9407-470E-A817-B2A383CF51E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CC5142F-6835-47FC-B105-349A6D316FE8}" srcId="{83F52F1E-C61C-43B5-ADB3-CEFC7348BB50}" destId="{23C2655D-9407-470E-A817-B2A383CF51E4}" srcOrd="2" destOrd="0" parTransId="{686A6152-37EF-46B8-A4D6-7724667DD151}" sibTransId="{B8CE25CE-06DC-41C7-BC04-ABFFA41497B6}"/>
    <dgm:cxn modelId="{8605934A-8602-4529-B0D9-0E0CDC8A5225}" type="presOf" srcId="{23C2655D-9407-470E-A817-B2A383CF51E4}" destId="{DCF87CC9-4604-437D-A888-DAEEB89B3BFA}" srcOrd="0" destOrd="0" presId="urn:microsoft.com/office/officeart/2018/5/layout/IconCircleLabelList"/>
    <dgm:cxn modelId="{5C1BB39C-6E74-4C13-A332-9D67896CC336}" type="presOf" srcId="{83F52F1E-C61C-43B5-ADB3-CEFC7348BB50}" destId="{E975D0C1-7A24-45B8-B330-38CEA1FD26E5}" srcOrd="0" destOrd="0" presId="urn:microsoft.com/office/officeart/2018/5/layout/IconCircleLabelList"/>
    <dgm:cxn modelId="{2F88FC9F-EC05-434A-98B5-99641DAB0935}" type="presOf" srcId="{4EFF192A-FD1C-42A3-AB77-E1D58432EFEB}" destId="{350FF6FD-54D6-49B0-B231-C84AEA1C989E}" srcOrd="0" destOrd="0" presId="urn:microsoft.com/office/officeart/2018/5/layout/IconCircleLabelList"/>
    <dgm:cxn modelId="{C38DAEC3-ED0C-4A28-A08C-F5A8BF232FF2}" srcId="{83F52F1E-C61C-43B5-ADB3-CEFC7348BB50}" destId="{746A4614-7729-490D-AFA9-2B93541133AD}" srcOrd="0" destOrd="0" parTransId="{68D30169-1FFC-471C-9EF3-D20541B7D69A}" sibTransId="{085FA6C8-D3ED-46E2-92E9-7A6E22F233AB}"/>
    <dgm:cxn modelId="{AB50A6F0-23F6-4A08-9B29-BD0840BCEFCE}" srcId="{83F52F1E-C61C-43B5-ADB3-CEFC7348BB50}" destId="{4EFF192A-FD1C-42A3-AB77-E1D58432EFEB}" srcOrd="1" destOrd="0" parTransId="{67F367C7-6C17-409A-AA6C-400CD4457B3B}" sibTransId="{440469AA-2145-408B-A3DA-F3B03DCFCFC9}"/>
    <dgm:cxn modelId="{5E8033F9-A672-450E-85EA-3EBBA7AEAA98}" type="presOf" srcId="{746A4614-7729-490D-AFA9-2B93541133AD}" destId="{B6604378-DE91-4FE7-A080-D48197A0F209}" srcOrd="0" destOrd="0" presId="urn:microsoft.com/office/officeart/2018/5/layout/IconCircleLabelList"/>
    <dgm:cxn modelId="{3AA1142F-17E4-4183-B404-EBDA93C65746}" type="presParOf" srcId="{E975D0C1-7A24-45B8-B330-38CEA1FD26E5}" destId="{554994DE-BC26-4E98-BCAD-B61A98247A54}" srcOrd="0" destOrd="0" presId="urn:microsoft.com/office/officeart/2018/5/layout/IconCircleLabelList"/>
    <dgm:cxn modelId="{8AF59547-FB51-45C7-BCF5-7B520E2BDEFD}" type="presParOf" srcId="{554994DE-BC26-4E98-BCAD-B61A98247A54}" destId="{9FB3B15C-5908-4D5D-9812-410C9E43A280}" srcOrd="0" destOrd="0" presId="urn:microsoft.com/office/officeart/2018/5/layout/IconCircleLabelList"/>
    <dgm:cxn modelId="{28D380AA-C50E-4503-9254-17A59D35D585}" type="presParOf" srcId="{554994DE-BC26-4E98-BCAD-B61A98247A54}" destId="{58BFC069-800B-4C82-A1BC-329F9A1524E0}" srcOrd="1" destOrd="0" presId="urn:microsoft.com/office/officeart/2018/5/layout/IconCircleLabelList"/>
    <dgm:cxn modelId="{B4A8B168-DB01-4545-A933-0A6C6BF7D68C}" type="presParOf" srcId="{554994DE-BC26-4E98-BCAD-B61A98247A54}" destId="{B7D8A6B7-A1FC-45B4-9740-2CEF823E2682}" srcOrd="2" destOrd="0" presId="urn:microsoft.com/office/officeart/2018/5/layout/IconCircleLabelList"/>
    <dgm:cxn modelId="{4FB88D04-CD2B-47DC-A2B9-E892CD0F8B21}" type="presParOf" srcId="{554994DE-BC26-4E98-BCAD-B61A98247A54}" destId="{B6604378-DE91-4FE7-A080-D48197A0F209}" srcOrd="3" destOrd="0" presId="urn:microsoft.com/office/officeart/2018/5/layout/IconCircleLabelList"/>
    <dgm:cxn modelId="{43E433EB-462F-48B1-B125-5782D3EA4E6A}" type="presParOf" srcId="{E975D0C1-7A24-45B8-B330-38CEA1FD26E5}" destId="{A96FEAFF-94C7-4BE4-9CD2-A1ECDF2E7DE7}" srcOrd="1" destOrd="0" presId="urn:microsoft.com/office/officeart/2018/5/layout/IconCircleLabelList"/>
    <dgm:cxn modelId="{7B35F438-1B51-46F9-9C00-EAD5032E5DBA}" type="presParOf" srcId="{E975D0C1-7A24-45B8-B330-38CEA1FD26E5}" destId="{158D3CD7-8C16-434F-9153-1DCFDA92C14B}" srcOrd="2" destOrd="0" presId="urn:microsoft.com/office/officeart/2018/5/layout/IconCircleLabelList"/>
    <dgm:cxn modelId="{DE69E7A2-0E33-4833-8A19-BFB4871D777E}" type="presParOf" srcId="{158D3CD7-8C16-434F-9153-1DCFDA92C14B}" destId="{5CE04362-3A5D-4694-800B-E35474D62DA0}" srcOrd="0" destOrd="0" presId="urn:microsoft.com/office/officeart/2018/5/layout/IconCircleLabelList"/>
    <dgm:cxn modelId="{2720627F-4386-4923-9EF5-0CD37EF937B6}" type="presParOf" srcId="{158D3CD7-8C16-434F-9153-1DCFDA92C14B}" destId="{3DEE7658-3315-4E09-8192-6E7B30E99733}" srcOrd="1" destOrd="0" presId="urn:microsoft.com/office/officeart/2018/5/layout/IconCircleLabelList"/>
    <dgm:cxn modelId="{77725397-9EC5-462D-A0F2-DE5FDCFA71B9}" type="presParOf" srcId="{158D3CD7-8C16-434F-9153-1DCFDA92C14B}" destId="{52F59C54-BAEC-46E0-A690-2E8172EFA133}" srcOrd="2" destOrd="0" presId="urn:microsoft.com/office/officeart/2018/5/layout/IconCircleLabelList"/>
    <dgm:cxn modelId="{3A4CCC29-CAB0-48CD-9134-27C83773EEED}" type="presParOf" srcId="{158D3CD7-8C16-434F-9153-1DCFDA92C14B}" destId="{350FF6FD-54D6-49B0-B231-C84AEA1C989E}" srcOrd="3" destOrd="0" presId="urn:microsoft.com/office/officeart/2018/5/layout/IconCircleLabelList"/>
    <dgm:cxn modelId="{0E6A5684-0712-41D0-BA72-551ADBBFCD96}" type="presParOf" srcId="{E975D0C1-7A24-45B8-B330-38CEA1FD26E5}" destId="{DF9CBDBF-300A-4E02-9A62-5B13201CFCA2}" srcOrd="3" destOrd="0" presId="urn:microsoft.com/office/officeart/2018/5/layout/IconCircleLabelList"/>
    <dgm:cxn modelId="{65B53FFF-7D32-4296-A03C-C851852C914E}" type="presParOf" srcId="{E975D0C1-7A24-45B8-B330-38CEA1FD26E5}" destId="{8BC881D3-FE32-421C-B8A2-B77A40B67981}" srcOrd="4" destOrd="0" presId="urn:microsoft.com/office/officeart/2018/5/layout/IconCircleLabelList"/>
    <dgm:cxn modelId="{B2E9FE0D-86AB-4EFC-A23D-DB78AAA62BC0}" type="presParOf" srcId="{8BC881D3-FE32-421C-B8A2-B77A40B67981}" destId="{25DA20FC-CA86-4A2E-82CD-4FF744FCB3EA}" srcOrd="0" destOrd="0" presId="urn:microsoft.com/office/officeart/2018/5/layout/IconCircleLabelList"/>
    <dgm:cxn modelId="{616E0BFE-93BE-489F-B10A-1FBBF3596AB4}" type="presParOf" srcId="{8BC881D3-FE32-421C-B8A2-B77A40B67981}" destId="{EE730E73-4A8C-4CC0-94BD-BA77D25D1D59}" srcOrd="1" destOrd="0" presId="urn:microsoft.com/office/officeart/2018/5/layout/IconCircleLabelList"/>
    <dgm:cxn modelId="{1DF92605-8D90-4676-836B-BA42E7B34CD3}" type="presParOf" srcId="{8BC881D3-FE32-421C-B8A2-B77A40B67981}" destId="{956DDFA5-48C2-4133-A69B-9900A0D04003}" srcOrd="2" destOrd="0" presId="urn:microsoft.com/office/officeart/2018/5/layout/IconCircleLabelList"/>
    <dgm:cxn modelId="{2B181EF1-B243-454F-B68C-E919C19675B6}" type="presParOf" srcId="{8BC881D3-FE32-421C-B8A2-B77A40B67981}" destId="{DCF87CC9-4604-437D-A888-DAEEB89B3BF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3B15C-5908-4D5D-9812-410C9E43A280}">
      <dsp:nvSpPr>
        <dsp:cNvPr id="0" name=""/>
        <dsp:cNvSpPr/>
      </dsp:nvSpPr>
      <dsp:spPr>
        <a:xfrm>
          <a:off x="624000" y="163717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FC069-800B-4C82-A1BC-329F9A1524E0}">
      <dsp:nvSpPr>
        <dsp:cNvPr id="0" name=""/>
        <dsp:cNvSpPr/>
      </dsp:nvSpPr>
      <dsp:spPr>
        <a:xfrm>
          <a:off x="1004250" y="543967"/>
          <a:ext cx="1023750" cy="1023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04378-DE91-4FE7-A080-D48197A0F209}">
      <dsp:nvSpPr>
        <dsp:cNvPr id="0" name=""/>
        <dsp:cNvSpPr/>
      </dsp:nvSpPr>
      <dsp:spPr>
        <a:xfrm>
          <a:off x="53625" y="2503718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Play in the ocean</a:t>
          </a:r>
        </a:p>
      </dsp:txBody>
      <dsp:txXfrm>
        <a:off x="53625" y="2503718"/>
        <a:ext cx="2925000" cy="720000"/>
      </dsp:txXfrm>
    </dsp:sp>
    <dsp:sp modelId="{5CE04362-3A5D-4694-800B-E35474D62DA0}">
      <dsp:nvSpPr>
        <dsp:cNvPr id="0" name=""/>
        <dsp:cNvSpPr/>
      </dsp:nvSpPr>
      <dsp:spPr>
        <a:xfrm>
          <a:off x="4060875" y="163717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EE7658-3315-4E09-8192-6E7B30E99733}">
      <dsp:nvSpPr>
        <dsp:cNvPr id="0" name=""/>
        <dsp:cNvSpPr/>
      </dsp:nvSpPr>
      <dsp:spPr>
        <a:xfrm>
          <a:off x="4441125" y="543967"/>
          <a:ext cx="1023750" cy="1023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FF6FD-54D6-49B0-B231-C84AEA1C989E}">
      <dsp:nvSpPr>
        <dsp:cNvPr id="0" name=""/>
        <dsp:cNvSpPr/>
      </dsp:nvSpPr>
      <dsp:spPr>
        <a:xfrm>
          <a:off x="3490500" y="2503718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Build sandcastles</a:t>
          </a:r>
        </a:p>
      </dsp:txBody>
      <dsp:txXfrm>
        <a:off x="3490500" y="2503718"/>
        <a:ext cx="2925000" cy="720000"/>
      </dsp:txXfrm>
    </dsp:sp>
    <dsp:sp modelId="{25DA20FC-CA86-4A2E-82CD-4FF744FCB3EA}">
      <dsp:nvSpPr>
        <dsp:cNvPr id="0" name=""/>
        <dsp:cNvSpPr/>
      </dsp:nvSpPr>
      <dsp:spPr>
        <a:xfrm>
          <a:off x="7497750" y="163717"/>
          <a:ext cx="1784250" cy="17842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30E73-4A8C-4CC0-94BD-BA77D25D1D59}">
      <dsp:nvSpPr>
        <dsp:cNvPr id="0" name=""/>
        <dsp:cNvSpPr/>
      </dsp:nvSpPr>
      <dsp:spPr>
        <a:xfrm>
          <a:off x="7878000" y="543967"/>
          <a:ext cx="1023750" cy="10237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87CC9-4604-437D-A888-DAEEB89B3BFA}">
      <dsp:nvSpPr>
        <dsp:cNvPr id="0" name=""/>
        <dsp:cNvSpPr/>
      </dsp:nvSpPr>
      <dsp:spPr>
        <a:xfrm>
          <a:off x="6927375" y="2503718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Participate in water sports including sailing, snorkeling, and SCUBA diving</a:t>
          </a:r>
        </a:p>
      </dsp:txBody>
      <dsp:txXfrm>
        <a:off x="6927375" y="2503718"/>
        <a:ext cx="292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36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40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423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81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82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1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00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47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6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7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65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52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41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377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52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990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42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93BE89C-1939-43D5-8939-C64AC5CB3CE5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69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Vacation Ideas</a:t>
            </a:r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Three forms of Family Fun</a:t>
            </a:r>
          </a:p>
        </p:txBody>
      </p:sp>
    </p:spTree>
    <p:extLst>
      <p:ext uri="{BB962C8B-B14F-4D97-AF65-F5344CB8AC3E}">
        <p14:creationId xmlns:p14="http://schemas.microsoft.com/office/powerpoint/2010/main" val="138486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8000" dirty="0"/>
              <a:t>What will you do for fun?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75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Cruise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Positive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US" dirty="0"/>
              <a:t>Price includes transportation, accommodation, and meals</a:t>
            </a:r>
          </a:p>
          <a:p>
            <a:pPr lvl="0"/>
            <a:r>
              <a:rPr lang="en-US" dirty="0"/>
              <a:t>Visit many locations without having to unpack and repack</a:t>
            </a:r>
          </a:p>
          <a:p>
            <a:pPr lvl="0"/>
            <a:r>
              <a:rPr lang="en-US" dirty="0"/>
              <a:t>High quality food and personal service</a:t>
            </a:r>
          </a:p>
          <a:p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Negative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0"/>
            <a:r>
              <a:rPr lang="en-US" dirty="0"/>
              <a:t>Not good if you suffer from seasickness</a:t>
            </a:r>
          </a:p>
          <a:p>
            <a:endParaRPr lang="en-US" dirty="0"/>
          </a:p>
        </p:txBody>
      </p:sp>
      <p:pic>
        <p:nvPicPr>
          <p:cNvPr id="5" name="Picture 4" descr="A large ship in the water&#10;&#10;Description automatically generated">
            <a:extLst>
              <a:ext uri="{FF2B5EF4-FFF2-40B4-BE49-F238E27FC236}">
                <a16:creationId xmlns:a16="http://schemas.microsoft.com/office/drawing/2014/main" id="{02C12DF0-FDFA-4B53-A393-7F03AD09C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211" y="3859847"/>
            <a:ext cx="6173789" cy="299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80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2000">
              <a:schemeClr val="accent1"/>
            </a:gs>
            <a:gs pos="100000">
              <a:schemeClr val="tx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Ski Trip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Enjoy snow-capped mountain peaks and scenic views</a:t>
            </a:r>
          </a:p>
          <a:p>
            <a:pPr lvl="0"/>
            <a:r>
              <a:rPr lang="en-US" dirty="0"/>
              <a:t>Comfortable lodgings directly on the ski slopes</a:t>
            </a:r>
          </a:p>
          <a:p>
            <a:pPr lvl="0"/>
            <a:r>
              <a:rPr lang="en-US" dirty="0"/>
              <a:t>Good way to get exercise</a:t>
            </a:r>
          </a:p>
        </p:txBody>
      </p:sp>
      <p:pic>
        <p:nvPicPr>
          <p:cNvPr id="5" name="Picture 4" descr="A person that is standing in the snow&#10;&#10;Description automatically generated">
            <a:extLst>
              <a:ext uri="{FF2B5EF4-FFF2-40B4-BE49-F238E27FC236}">
                <a16:creationId xmlns:a16="http://schemas.microsoft.com/office/drawing/2014/main" id="{B259C5FE-3BF2-49AE-B49F-F0A62B25B9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37" b="99166" l="9930" r="98358">
                        <a14:foregroundMark x1="32213" y1="92388" x2="32213" y2="92388"/>
                        <a14:foregroundMark x1="46052" y1="90928" x2="46052" y2="90928"/>
                        <a14:foregroundMark x1="85614" y1="82899" x2="85614" y2="82899"/>
                        <a14:foregroundMark x1="81939" y1="48592" x2="81939" y2="48592"/>
                        <a14:foregroundMark x1="49570" y1="3545" x2="49570" y2="3545"/>
                        <a14:foregroundMark x1="58092" y1="46194" x2="58092" y2="46194"/>
                        <a14:foregroundMark x1="67866" y1="59124" x2="67866" y2="59124"/>
                        <a14:foregroundMark x1="56763" y1="74244" x2="56763" y2="74244"/>
                        <a14:foregroundMark x1="39562" y1="94265" x2="39562" y2="94265"/>
                        <a14:foregroundMark x1="37764" y1="74557" x2="37764" y2="74557"/>
                        <a14:foregroundMark x1="39562" y1="60688" x2="39562" y2="60688"/>
                        <a14:foregroundMark x1="74980" y1="94578" x2="74980" y2="94578"/>
                        <a14:foregroundMark x1="83581" y1="87800" x2="83581" y2="87800"/>
                        <a14:foregroundMark x1="85848" y1="76121" x2="85848" y2="76121"/>
                        <a14:foregroundMark x1="81939" y1="47654" x2="81939" y2="47654"/>
                        <a14:foregroundMark x1="77561" y1="35349" x2="77561" y2="35349"/>
                        <a14:foregroundMark x1="67396" y1="60375" x2="67396" y2="60375"/>
                        <a14:foregroundMark x1="61142" y1="73931" x2="61142" y2="73931"/>
                        <a14:foregroundMark x1="52776" y1="89990" x2="52776" y2="89990"/>
                        <a14:foregroundMark x1="47928" y1="94265" x2="47224" y2="95203"/>
                        <a14:foregroundMark x1="44019" y1="99270" x2="44019" y2="99270"/>
                        <a14:foregroundMark x1="76388" y1="96455" x2="76388" y2="96455"/>
                        <a14:foregroundMark x1="90539" y1="35349" x2="90539" y2="35349"/>
                        <a14:foregroundMark x1="39406" y1="92701" x2="39406" y2="92701"/>
                        <a14:foregroundMark x1="89132" y1="92179" x2="89132" y2="92179"/>
                        <a14:foregroundMark x1="98358" y1="96142" x2="98358" y2="96142"/>
                        <a14:foregroundMark x1="96325" y1="71741" x2="96325" y2="71741"/>
                        <a14:foregroundMark x1="95152" y1="37539" x2="95152" y2="37539"/>
                        <a14:foregroundMark x1="94214" y1="23879" x2="94214" y2="23879"/>
                        <a14:backgroundMark x1="23143" y1="79145" x2="23143" y2="79145"/>
                      </a14:backgroundRemoval>
                    </a14:imgEffect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238" y="2932212"/>
            <a:ext cx="4878071" cy="3657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307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en-US"/>
              <a:t>Beach Trip</a:t>
            </a:r>
          </a:p>
        </p:txBody>
      </p:sp>
      <p:graphicFrame>
        <p:nvGraphicFramePr>
          <p:cNvPr id="5" name="Text Placeholder 2" descr="Decorative images labeled &quot;Play in the ocean,&quot; &quot;Build sandcastles,&quot; and &quot;Participate in water sports including sailing, snorkeling, and SCUBA diving.&quot;">
            <a:extLst>
              <a:ext uri="{FF2B5EF4-FFF2-40B4-BE49-F238E27FC236}">
                <a16:creationId xmlns:a16="http://schemas.microsoft.com/office/drawing/2014/main" id="{6DCBDF92-289A-4A9F-A51F-1C270AC26C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638477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0100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Mesh</vt:lpstr>
      <vt:lpstr>Vacation Ideas</vt:lpstr>
      <vt:lpstr>What will you do for fun?</vt:lpstr>
      <vt:lpstr>Cruise</vt:lpstr>
      <vt:lpstr>Ski Trip</vt:lpstr>
      <vt:lpstr>Beach Trip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2020-05-17T22:10:15Z</dcterms:created>
  <dcterms:modified xsi:type="dcterms:W3CDTF">2020-05-18T16:00:03Z</dcterms:modified>
</cp:coreProperties>
</file>