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82" r:id="rId1"/>
  </p:sldMasterIdLst>
  <p:notesMasterIdLst>
    <p:notesMasterId r:id="rId11"/>
  </p:notesMasterIdLst>
  <p:handoutMasterIdLst>
    <p:handoutMasterId r:id="rId12"/>
  </p:handout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D13D631-12E1-45DB-B4F3-E13AE05C2433}">
          <p14:sldIdLst>
            <p14:sldId id="256"/>
          </p14:sldIdLst>
        </p14:section>
        <p14:section name="Summary Section" id="{CD538022-2B9A-4588-8F49-2D69C5A7F2A1}">
          <p14:sldIdLst>
            <p14:sldId id="264"/>
          </p14:sldIdLst>
        </p14:section>
        <p14:section name="Overview" id="{BD4F6FE3-F4FD-4A3D-B7D6-727FFE6A1D79}">
          <p14:sldIdLst>
            <p14:sldId id="257"/>
            <p14:sldId id="258"/>
            <p14:sldId id="259"/>
            <p14:sldId id="260"/>
            <p14:sldId id="261"/>
          </p14:sldIdLst>
        </p14:section>
        <p14:section name="Closing the Deal" id="{E0166677-6CA8-4375-BB90-BCC03B0E8BDA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301B821-A1FF-4177-AEE7-76D212191A09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17" autoAdjust="0"/>
    <p:restoredTop sz="87690" autoAdjust="0"/>
  </p:normalViewPr>
  <p:slideViewPr>
    <p:cSldViewPr>
      <p:cViewPr varScale="1">
        <p:scale>
          <a:sx n="79" d="100"/>
          <a:sy n="79" d="100"/>
        </p:scale>
        <p:origin x="576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/>
          <a:lstStyle/>
          <a:p>
            <a:endParaRPr lang="en-US"/>
          </a:p>
        </p:txBody>
      </p:sp>
      <p:sp>
        <p:nvSpPr>
          <p:cNvPr id="3" name="Rectangle 3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/>
          <a:lstStyle/>
          <a:p>
            <a:fld id="{86A476FC-4EC1-4AA0-B5AD-40AB07A1935D}" type="datetimeFigureOut">
              <a:rPr lang="en-US" smtClean="0"/>
              <a:pPr/>
              <a:t>5/17/2020</a:t>
            </a:fld>
            <a:endParaRPr lang="en-US"/>
          </a:p>
        </p:txBody>
      </p:sp>
      <p:sp>
        <p:nvSpPr>
          <p:cNvPr id="4" name="Rectangle 4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/>
          <a:lstStyle/>
          <a:p>
            <a:endParaRPr lang="en-US"/>
          </a:p>
        </p:txBody>
      </p:sp>
      <p:sp>
        <p:nvSpPr>
          <p:cNvPr id="5" name="Rectangle 5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/>
          <a:lstStyle/>
          <a:p>
            <a:fld id="{E3ECD38E-D9A4-4F4D-A6FB-6D812D02227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1893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/>
          <a:lstStyle/>
          <a:p>
            <a:endParaRPr lang="en-US"/>
          </a:p>
        </p:txBody>
      </p:sp>
      <p:sp>
        <p:nvSpPr>
          <p:cNvPr id="3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/>
          <a:lstStyle/>
          <a:p>
            <a:fld id="{A3B448A1-1298-46C9-A73E-B5010B5F916C}" type="datetimeFigureOut">
              <a:rPr lang="en-US" smtClean="0"/>
              <a:pPr/>
              <a:t>5/17/2020</a:t>
            </a:fld>
            <a:endParaRPr lang="en-US"/>
          </a:p>
        </p:txBody>
      </p:sp>
      <p:sp>
        <p:nvSpPr>
          <p:cNvPr id="4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anchor="ctr"/>
          <a:lstStyle/>
          <a:p>
            <a:endParaRPr lang="en-US"/>
          </a:p>
        </p:txBody>
      </p:sp>
      <p:sp>
        <p:nvSpPr>
          <p:cNvPr id="5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/>
          <a:lstStyle/>
          <a:p>
            <a:endParaRPr lang="en-US"/>
          </a:p>
        </p:txBody>
      </p:sp>
      <p:sp>
        <p:nvSpPr>
          <p:cNvPr id="7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/>
          <a:lstStyle/>
          <a:p>
            <a:fld id="{984C78DC-442F-43C7-8143-84875167E0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830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44849-EF15-4769-A55A-CA215BDD584B}" type="datetimeFigureOut">
              <a:rPr lang="en-US" smtClean="0"/>
              <a:pPr/>
              <a:t>5/17/2020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10906-F8CD-4165-AEA2-F6A34C5BD9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375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44849-EF15-4769-A55A-CA215BDD584B}" type="datetimeFigureOut">
              <a:rPr lang="en-US" smtClean="0"/>
              <a:pPr/>
              <a:t>5/17/2020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10906-F8CD-4165-AEA2-F6A34C5BD9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406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44849-EF15-4769-A55A-CA215BDD584B}" type="datetimeFigureOut">
              <a:rPr lang="en-US" smtClean="0"/>
              <a:pPr/>
              <a:t>5/17/2020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10906-F8CD-4165-AEA2-F6A34C5BD9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76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44849-EF15-4769-A55A-CA215BDD584B}" type="datetimeFigureOut">
              <a:rPr lang="en-US" smtClean="0"/>
              <a:pPr/>
              <a:t>5/17/2020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10906-F8CD-4165-AEA2-F6A34C5BD9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084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44849-EF15-4769-A55A-CA215BDD584B}" type="datetimeFigureOut">
              <a:rPr lang="en-US" smtClean="0"/>
              <a:pPr/>
              <a:t>5/17/2020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10906-F8CD-4165-AEA2-F6A34C5BD9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211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44849-EF15-4769-A55A-CA215BDD584B}" type="datetimeFigureOut">
              <a:rPr lang="en-US" smtClean="0"/>
              <a:pPr/>
              <a:t>5/17/2020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10906-F8CD-4165-AEA2-F6A34C5BD9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469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44849-EF15-4769-A55A-CA215BDD584B}" type="datetimeFigureOut">
              <a:rPr lang="en-US" smtClean="0"/>
              <a:pPr/>
              <a:t>5/17/2020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10906-F8CD-4165-AEA2-F6A34C5BD9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169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44849-EF15-4769-A55A-CA215BDD584B}" type="datetimeFigureOut">
              <a:rPr lang="en-US" smtClean="0"/>
              <a:pPr/>
              <a:t>5/17/2020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10906-F8CD-4165-AEA2-F6A34C5BD9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413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44849-EF15-4769-A55A-CA215BDD584B}" type="datetimeFigureOut">
              <a:rPr lang="en-US" smtClean="0"/>
              <a:pPr/>
              <a:t>5/17/2020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10906-F8CD-4165-AEA2-F6A34C5BD9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479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44849-EF15-4769-A55A-CA215BDD584B}" type="datetimeFigureOut">
              <a:rPr lang="en-US" smtClean="0"/>
              <a:pPr/>
              <a:t>5/17/2020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10906-F8CD-4165-AEA2-F6A34C5BD9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342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44849-EF15-4769-A55A-CA215BDD584B}" type="datetimeFigureOut">
              <a:rPr lang="en-US" smtClean="0"/>
              <a:pPr/>
              <a:t>5/17/2020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10906-F8CD-4165-AEA2-F6A34C5BD9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2214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44849-EF15-4769-A55A-CA215BDD584B}" type="datetimeFigureOut">
              <a:rPr lang="en-US" smtClean="0"/>
              <a:pPr/>
              <a:t>5/17/2020</a:t>
            </a:fld>
            <a:endParaRPr lang="en-US"/>
          </a:p>
        </p:txBody>
      </p:sp>
      <p:sp>
        <p:nvSpPr>
          <p:cNvPr id="5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10906-F8CD-4165-AEA2-F6A34C5BD9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369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644849-EF15-4769-A55A-CA215BDD584B}" type="datetimeFigureOut">
              <a:rPr lang="en-US" smtClean="0"/>
              <a:pPr/>
              <a:t>5/17/2020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D10906-F8CD-4165-AEA2-F6A34C5BD9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4790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slide" Target="slide8.xml"/><Relationship Id="rId4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4.xml"/><Relationship Id="rId1" Type="http://schemas.openxmlformats.org/officeDocument/2006/relationships/slideLayout" Target="../slideLayouts/slideLayout12.xml"/><Relationship Id="rId4" Type="http://schemas.openxmlformats.org/officeDocument/2006/relationships/slide" Target="slide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Buying Trips</a:t>
            </a:r>
          </a:p>
        </p:txBody>
      </p:sp>
      <p:sp>
        <p:nvSpPr>
          <p:cNvPr id="3" name="Rectang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Ensuring Successful Outcomes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159B9-0134-4E56-ADA5-034DFACEC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mc:AlternateContent xmlns:mc="http://schemas.openxmlformats.org/markup-compatibility/2006">
        <mc:Choice xmlns:psuz="http://schemas.microsoft.com/office/powerpoint/2016/summaryzoom" Requires="psuz">
          <p:graphicFrame>
            <p:nvGraphicFramePr>
              <p:cNvPr id="5" name="Summary Zoom 4">
                <a:extLst>
                  <a:ext uri="{FF2B5EF4-FFF2-40B4-BE49-F238E27FC236}">
                    <a16:creationId xmlns:a16="http://schemas.microsoft.com/office/drawing/2014/main" id="{B0EA9706-4A84-420A-A1C9-FECEF801D4B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71171652"/>
                  </p:ext>
                </p:extLst>
              </p:nvPr>
            </p:nvGraphicFramePr>
            <p:xfrm>
              <a:off x="838200" y="1825625"/>
              <a:ext cx="10515600" cy="4351338"/>
            </p:xfrm>
            <a:graphic>
              <a:graphicData uri="http://schemas.microsoft.com/office/powerpoint/2016/summaryzoom">
                <psuz:summaryZm>
                  <psuz:summaryZmObj sectionId="{BD4F6FE3-F4FD-4A3D-B7D6-727FFE6A1D79}">
                    <psuz:zmPr id="{8EE1BAAD-FDC3-425B-AB91-F2C11C2061AA}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437054" y="844788"/>
                          <a:ext cx="4732020" cy="2661761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E0166677-6CA8-4375-BB90-BCC03B0E8BDA}">
                    <psuz:zmPr id="{01C888B9-F509-4655-9D1D-9FFD742ECEE4}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5346525" y="844788"/>
                          <a:ext cx="4732020" cy="2661761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gridLayout/>
                </psuz:summaryZm>
              </a:graphicData>
            </a:graphic>
          </p:graphicFrame>
        </mc:Choice>
        <mc:Fallback>
          <p:grpSp>
            <p:nvGrpSpPr>
              <p:cNvPr id="5" name="Summary Zoom 4">
                <a:extLst>
                  <a:ext uri="{FF2B5EF4-FFF2-40B4-BE49-F238E27FC236}">
                    <a16:creationId xmlns:a16="http://schemas.microsoft.com/office/drawing/2014/main" id="{B0EA9706-4A84-420A-A1C9-FECEF801D4B7}"/>
                  </a:ext>
                </a:extLst>
              </p:cNvPr>
              <p:cNvGrpSpPr>
                <a:grpSpLocks noGrp="1" noUngrp="1" noRot="1" noChangeAspect="1" noMove="1" noResize="1"/>
              </p:cNvGrpSpPr>
              <p:nvPr/>
            </p:nvGrpSpPr>
            <p:grpSpPr>
              <a:xfrm>
                <a:off x="838200" y="1825625"/>
                <a:ext cx="10515600" cy="4351338"/>
                <a:chOff x="838200" y="1825625"/>
                <a:chExt cx="10515600" cy="4351338"/>
              </a:xfrm>
            </p:grpSpPr>
            <p:pic>
              <p:nvPicPr>
                <p:cNvPr id="6" name="Picture 6">
                  <a:hlinkClick r:id="rId4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275254" y="2670413"/>
                  <a:ext cx="4732020" cy="2661761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7" name="Picture 7">
                  <a:hlinkClick r:id="rId5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184725" y="2670413"/>
                  <a:ext cx="4732020" cy="2661761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</p:grpSp>
        </mc:Fallback>
      </mc:AlternateContent>
    </p:spTree>
    <p:extLst>
      <p:ext uri="{BB962C8B-B14F-4D97-AF65-F5344CB8AC3E}">
        <p14:creationId xmlns:p14="http://schemas.microsoft.com/office/powerpoint/2010/main" val="2443337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  <a:endParaRPr lang="en-US" dirty="0"/>
          </a:p>
        </p:txBody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2743200"/>
          </a:xfrm>
        </p:spPr>
        <p:txBody>
          <a:bodyPr numCol="2">
            <a:normAutofit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Purpose</a:t>
            </a:r>
          </a:p>
          <a:p>
            <a:r>
              <a:rPr lang="en-US" dirty="0">
                <a:hlinkClick r:id="rId2" action="ppaction://hlinksldjump"/>
              </a:rPr>
              <a:t>Preparing for a buying trip</a:t>
            </a:r>
            <a:endParaRPr lang="en-US" dirty="0"/>
          </a:p>
          <a:p>
            <a:r>
              <a:rPr lang="en-US" dirty="0">
                <a:hlinkClick r:id="rId3" action="ppaction://hlinksldjump"/>
              </a:rPr>
              <a:t>Traveling internationally</a:t>
            </a:r>
            <a:endParaRPr lang="en-US" dirty="0"/>
          </a:p>
          <a:p>
            <a:r>
              <a:rPr lang="en-US" dirty="0">
                <a:hlinkClick r:id="rId4" action="ppaction://hlinksldjump" tooltip="How to comport yourself"/>
              </a:rPr>
              <a:t>Meeting the client</a:t>
            </a:r>
            <a:endParaRPr lang="en-US" dirty="0"/>
          </a:p>
          <a:p>
            <a:r>
              <a:rPr lang="en-US" dirty="0"/>
              <a:t>Choosing the merchandise</a:t>
            </a:r>
          </a:p>
          <a:p>
            <a:r>
              <a:rPr lang="en-US" dirty="0"/>
              <a:t>Closing the deal</a:t>
            </a:r>
          </a:p>
          <a:p>
            <a:r>
              <a:rPr lang="en-US" dirty="0"/>
              <a:t>Following up</a:t>
            </a:r>
          </a:p>
          <a:p>
            <a:r>
              <a:rPr lang="en-US" dirty="0"/>
              <a:t>Question and answer session</a:t>
            </a:r>
          </a:p>
          <a:p>
            <a:r>
              <a:rPr lang="en-US" dirty="0"/>
              <a:t>Book signing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Preparing for a Buying Trip</a:t>
            </a:r>
            <a:endParaRPr lang="en-US" dirty="0"/>
          </a:p>
        </p:txBody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Know your needs</a:t>
            </a:r>
          </a:p>
          <a:p>
            <a:pPr lvl="1"/>
            <a:r>
              <a:rPr lang="en-US"/>
              <a:t>Know your customers</a:t>
            </a:r>
          </a:p>
          <a:p>
            <a:pPr lvl="1"/>
            <a:r>
              <a:rPr lang="en-US"/>
              <a:t>Know the current trends</a:t>
            </a:r>
          </a:p>
          <a:p>
            <a:r>
              <a:rPr lang="en-US"/>
              <a:t>Set up your meetings</a:t>
            </a:r>
          </a:p>
          <a:p>
            <a:r>
              <a:rPr lang="en-US"/>
              <a:t>Plan the itinerary</a:t>
            </a:r>
          </a:p>
          <a:p>
            <a:r>
              <a:rPr lang="en-US"/>
              <a:t>Read the Buyer manual</a:t>
            </a:r>
          </a:p>
          <a:p>
            <a:r>
              <a:rPr lang="en-US"/>
              <a:t>Pack what you need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Traveling Internationally</a:t>
            </a:r>
            <a:endParaRPr lang="en-US" dirty="0"/>
          </a:p>
        </p:txBody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Know the culture</a:t>
            </a:r>
          </a:p>
          <a:p>
            <a:r>
              <a:rPr lang="en-US"/>
              <a:t>Read the latest advisories</a:t>
            </a:r>
          </a:p>
          <a:p>
            <a:r>
              <a:rPr lang="en-US"/>
              <a:t>Check your passport</a:t>
            </a:r>
          </a:p>
          <a:p>
            <a:r>
              <a:rPr lang="en-US"/>
              <a:t>Update your immunizations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Meeting the Client</a:t>
            </a:r>
            <a:endParaRPr lang="en-US" dirty="0"/>
          </a:p>
        </p:txBody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Make proper introductions</a:t>
            </a:r>
          </a:p>
          <a:p>
            <a:r>
              <a:rPr lang="en-US"/>
              <a:t>Dress appropriately</a:t>
            </a:r>
          </a:p>
          <a:p>
            <a:r>
              <a:rPr lang="en-US"/>
              <a:t>Build good relationships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Choosing the Merchandise</a:t>
            </a:r>
            <a:endParaRPr lang="en-US" dirty="0"/>
          </a:p>
        </p:txBody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Is it available?</a:t>
            </a:r>
          </a:p>
          <a:p>
            <a:r>
              <a:rPr lang="en-US"/>
              <a:t>Is it good quality?</a:t>
            </a:r>
          </a:p>
          <a:p>
            <a:r>
              <a:rPr lang="en-US"/>
              <a:t>What’s the production time?</a:t>
            </a:r>
          </a:p>
          <a:p>
            <a:r>
              <a:rPr lang="en-US"/>
              <a:t>What’s our profit margin?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Closing the Deal</a:t>
            </a:r>
            <a:endParaRPr lang="en-US" dirty="0"/>
          </a:p>
        </p:txBody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Negotiate terms</a:t>
            </a:r>
          </a:p>
          <a:p>
            <a:r>
              <a:rPr lang="en-US"/>
              <a:t>Mutually commit to a schedule</a:t>
            </a:r>
          </a:p>
          <a:p>
            <a:r>
              <a:rPr lang="en-US"/>
              <a:t>Sign the appropriate contracts</a:t>
            </a:r>
            <a:endParaRPr lang="en-US" dirty="0"/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5" name="Slide Zoom 4">
                <a:extLst>
                  <a:ext uri="{FF2B5EF4-FFF2-40B4-BE49-F238E27FC236}">
                    <a16:creationId xmlns:a16="http://schemas.microsoft.com/office/drawing/2014/main" id="{A09C011A-3AC4-4C5B-9C75-64086DC5BAA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70268002"/>
                  </p:ext>
                </p:extLst>
              </p:nvPr>
            </p:nvGraphicFramePr>
            <p:xfrm>
              <a:off x="8305800" y="4462463"/>
              <a:ext cx="3048000" cy="1714500"/>
            </p:xfrm>
            <a:graphic>
              <a:graphicData uri="http://schemas.microsoft.com/office/powerpoint/2016/slidezoom">
                <pslz:sldZm>
                  <pslz:sldZmObj sldId="263" cId="0">
                    <pslz:zmPr id="{565EF4A7-3E45-418B-93B5-CAFD210BA540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5" name="Slide Zoom 4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A09C011A-3AC4-4C5B-9C75-64086DC5BAA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305800" y="4462463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Following Up</a:t>
            </a:r>
            <a:endParaRPr lang="en-US" dirty="0"/>
          </a:p>
        </p:txBody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Submit the paperwork</a:t>
            </a:r>
          </a:p>
          <a:p>
            <a:r>
              <a:rPr lang="en-US"/>
              <a:t>Keep in touch with the clients</a:t>
            </a:r>
          </a:p>
          <a:p>
            <a:r>
              <a:rPr lang="en-US"/>
              <a:t>Track the order</a:t>
            </a:r>
          </a:p>
          <a:p>
            <a:pPr lvl="1"/>
            <a:r>
              <a:rPr lang="en-US"/>
              <a:t>Did it arrive on time?</a:t>
            </a:r>
          </a:p>
          <a:p>
            <a:pPr lvl="1"/>
            <a:r>
              <a:rPr lang="en-US"/>
              <a:t>Did it arrive undamaged?</a:t>
            </a:r>
          </a:p>
          <a:p>
            <a:pPr lvl="1"/>
            <a:r>
              <a:rPr lang="en-US"/>
              <a:t>Was the right quantity received?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</a:majorFont>
      <a:min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8000"/>
                <a:satMod val="300000"/>
              </a:schemeClr>
            </a:gs>
            <a:gs pos="25000">
              <a:schemeClr val="phClr">
                <a:tint val="37000"/>
                <a:shade val="98000"/>
                <a:satMod val="300000"/>
              </a:schemeClr>
            </a:gs>
            <a:gs pos="100000">
              <a:schemeClr val="phClr">
                <a:tint val="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2000">
              <a:schemeClr val="phClr">
                <a:satMod val="125000"/>
              </a:schemeClr>
            </a:gs>
            <a:gs pos="100000">
              <a:schemeClr val="phClr">
                <a:tint val="80000"/>
                <a:satMod val="140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45882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/>
            </a:contourClr>
          </a:sp3d>
        </a:effectStyle>
        <a:effectStyle>
          <a:effectLst>
            <a:reflection blurRad="12700" stA="25000" endPos="28000" dist="38100" dir="5400000" sy="-10000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5000"/>
                <a:satMod val="250000"/>
              </a:schemeClr>
            </a:gs>
            <a:gs pos="20000">
              <a:schemeClr val="phClr">
                <a:shade val="85000"/>
                <a:satMod val="17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0000"/>
                <a:satMod val="145000"/>
              </a:schemeClr>
            </a:gs>
            <a:gs pos="30000">
              <a:schemeClr val="phClr">
                <a:shade val="65000"/>
                <a:satMod val="155000"/>
              </a:schemeClr>
            </a:gs>
            <a:gs pos="100000">
              <a:schemeClr val="phClr">
                <a:tint val="6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</a:majorFont>
      <a:min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8000"/>
                <a:satMod val="300000"/>
              </a:schemeClr>
            </a:gs>
            <a:gs pos="25000">
              <a:schemeClr val="phClr">
                <a:tint val="37000"/>
                <a:shade val="98000"/>
                <a:satMod val="300000"/>
              </a:schemeClr>
            </a:gs>
            <a:gs pos="100000">
              <a:schemeClr val="phClr">
                <a:tint val="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2000">
              <a:schemeClr val="phClr">
                <a:satMod val="125000"/>
              </a:schemeClr>
            </a:gs>
            <a:gs pos="100000">
              <a:schemeClr val="phClr">
                <a:tint val="80000"/>
                <a:satMod val="140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45882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/>
            </a:contourClr>
          </a:sp3d>
        </a:effectStyle>
        <a:effectStyle>
          <a:effectLst>
            <a:reflection blurRad="12700" stA="25000" endPos="28000" dist="38100" dir="5400000" sy="-10000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5000"/>
                <a:satMod val="250000"/>
              </a:schemeClr>
            </a:gs>
            <a:gs pos="20000">
              <a:schemeClr val="phClr">
                <a:shade val="85000"/>
                <a:satMod val="17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0000"/>
                <a:satMod val="145000"/>
              </a:schemeClr>
            </a:gs>
            <a:gs pos="30000">
              <a:schemeClr val="phClr">
                <a:shade val="65000"/>
                <a:satMod val="155000"/>
              </a:schemeClr>
            </a:gs>
            <a:gs pos="100000">
              <a:schemeClr val="phClr">
                <a:tint val="6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156</Words>
  <PresentationFormat>Widescreen</PresentationFormat>
  <Paragraphs>47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Buying Trips</vt:lpstr>
      <vt:lpstr>Summary</vt:lpstr>
      <vt:lpstr>Overview</vt:lpstr>
      <vt:lpstr>Preparing for a Buying Trip</vt:lpstr>
      <vt:lpstr>Traveling Internationally</vt:lpstr>
      <vt:lpstr>Meeting the Client</vt:lpstr>
      <vt:lpstr>Choosing the Merchandise</vt:lpstr>
      <vt:lpstr>Closing the Deal</vt:lpstr>
      <vt:lpstr>Following Up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dcterms:created xsi:type="dcterms:W3CDTF">2020-05-17T21:39:35Z</dcterms:created>
  <dcterms:modified xsi:type="dcterms:W3CDTF">2020-05-17T22:01:38Z</dcterms:modified>
</cp:coreProperties>
</file>