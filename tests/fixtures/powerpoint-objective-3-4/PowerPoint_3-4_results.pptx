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8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>
      <p:cViewPr varScale="1">
        <p:scale>
          <a:sx n="86" d="100"/>
          <a:sy n="86" d="100"/>
        </p:scale>
        <p:origin x="11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"/>
            <a:ext cx="10363200" cy="9906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524000"/>
            <a:ext cx="7924800" cy="8382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139700" y="6400800"/>
            <a:ext cx="28448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400800"/>
            <a:ext cx="38608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45600" y="6400800"/>
            <a:ext cx="2844800" cy="381000"/>
          </a:xfrm>
        </p:spPr>
        <p:txBody>
          <a:bodyPr/>
          <a:lstStyle>
            <a:lvl1pPr>
              <a:defRPr/>
            </a:lvl1pPr>
          </a:lstStyle>
          <a:p>
            <a:fld id="{77E35213-7C3F-448B-8866-7117B8104F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97D42-0835-494D-96B6-5712AEB045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6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BED784-B4BC-4B14-9B23-FF2F461BF10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16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738313"/>
            <a:ext cx="5486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38313"/>
            <a:ext cx="5486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EECFA8-3A65-44B5-ABCB-577AAAC16C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3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446CB-2C8D-4C3B-A299-5D7F6AE431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6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40192E-451B-4E33-8AF9-0FE97F017F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E9636-F202-49F9-B750-DA8CC9D06E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4AA2D-4BEA-4D5D-874A-21B15B8461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126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0860C-B1E3-4B5C-A9BF-03603DD2554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C4BA49-B9EC-4A61-9B27-068D91DF3C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0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98984" y="152401"/>
            <a:ext cx="2885016" cy="60817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9701" y="152401"/>
            <a:ext cx="8456084" cy="60817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9F7A4-B136-433E-A6E7-3D5C52E2E8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5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9700" y="152400"/>
            <a:ext cx="8534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738313"/>
            <a:ext cx="11176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8751" y="6400801"/>
            <a:ext cx="284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400801"/>
            <a:ext cx="3860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400801"/>
            <a:ext cx="284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5CE519C-7985-47C5-AE19-930E1CCCD6B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n 1">
            <a:extLst>
              <a:ext uri="{FF2B5EF4-FFF2-40B4-BE49-F238E27FC236}">
                <a16:creationId xmlns:a16="http://schemas.microsoft.com/office/drawing/2014/main" id="{820C2160-4DF7-4E63-95AA-A5451426CD89}"/>
              </a:ext>
            </a:extLst>
          </p:cNvPr>
          <p:cNvSpPr/>
          <p:nvPr/>
        </p:nvSpPr>
        <p:spPr>
          <a:xfrm>
            <a:off x="702527" y="1828800"/>
            <a:ext cx="2743200" cy="2743200"/>
          </a:xfrm>
          <a:prstGeom prst="sun">
            <a:avLst/>
          </a:prstGeom>
          <a:solidFill>
            <a:srgbClr val="FFFF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Nature</a:t>
            </a:r>
          </a:p>
        </p:txBody>
      </p:sp>
      <p:sp>
        <p:nvSpPr>
          <p:cNvPr id="3" name="Moon 2">
            <a:extLst>
              <a:ext uri="{FF2B5EF4-FFF2-40B4-BE49-F238E27FC236}">
                <a16:creationId xmlns:a16="http://schemas.microsoft.com/office/drawing/2014/main" id="{541DF932-0419-49F8-996D-040F769F36E2}"/>
              </a:ext>
            </a:extLst>
          </p:cNvPr>
          <p:cNvSpPr/>
          <p:nvPr/>
        </p:nvSpPr>
        <p:spPr>
          <a:xfrm flipH="1">
            <a:off x="5410200" y="2514600"/>
            <a:ext cx="1371600" cy="1828800"/>
          </a:xfrm>
          <a:prstGeom prst="moon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Sleep</a:t>
            </a:r>
          </a:p>
        </p:txBody>
      </p:sp>
      <p:sp>
        <p:nvSpPr>
          <p:cNvPr id="4" name="Heart 3">
            <a:extLst>
              <a:ext uri="{FF2B5EF4-FFF2-40B4-BE49-F238E27FC236}">
                <a16:creationId xmlns:a16="http://schemas.microsoft.com/office/drawing/2014/main" id="{9BC90884-A6B8-4F0C-988F-2FAFECC81FDD}"/>
              </a:ext>
            </a:extLst>
          </p:cNvPr>
          <p:cNvSpPr/>
          <p:nvPr/>
        </p:nvSpPr>
        <p:spPr>
          <a:xfrm>
            <a:off x="8746273" y="2514600"/>
            <a:ext cx="1828800" cy="1828800"/>
          </a:xfrm>
          <a:prstGeom prst="heart">
            <a:avLst/>
          </a:prstGeom>
          <a:solidFill>
            <a:srgbClr val="FF00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Family</a:t>
            </a:r>
          </a:p>
        </p:txBody>
      </p:sp>
    </p:spTree>
    <p:extLst>
      <p:ext uri="{BB962C8B-B14F-4D97-AF65-F5344CB8AC3E}">
        <p14:creationId xmlns:p14="http://schemas.microsoft.com/office/powerpoint/2010/main" val="511767220"/>
      </p:ext>
    </p:extLst>
  </p:cSld>
  <p:clrMapOvr>
    <a:masterClrMapping/>
  </p:clrMapOvr>
</p:sld>
</file>

<file path=ppt/theme/theme1.xml><?xml version="1.0" encoding="utf-8"?>
<a:theme xmlns:a="http://schemas.openxmlformats.org/drawingml/2006/main" name="World in hand design templ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erviceA_end" id="{E9CF330D-C2D6-49F3-853D-0160FEDB9151}" vid="{8F9A2EDF-0FE9-4217-B4C0-823DB783576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J75KEXXRD6TM-2-15956</_dlc_DocId>
    <_dlc_DocIdUrl xmlns="26fae966-843c-4d4f-81a0-161e61761eff">
      <Url>https://otsi.sharepoint.com/sites/archives/_layouts/15/DocIdRedir.aspx?ID=J75KEXXRD6TM-2-15956</Url>
      <Description>J75KEXXRD6TM-2-15956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9AE98D-3909-4D25-B2AA-5639B737D5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863EA2-E621-4BF3-ADEC-66D0F6D77ECE}">
  <ds:schemaRefs>
    <ds:schemaRef ds:uri="http://schemas.openxmlformats.org/package/2006/metadata/core-properties"/>
    <ds:schemaRef ds:uri="http://schemas.microsoft.com/office/2006/documentManagement/types"/>
    <ds:schemaRef ds:uri="b4863681-c067-4c62-bc75-95bf3ac03d16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034EC23F-107A-41DA-81DD-2850703FB4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AA88C4E-34DE-431C-92E3-6A1A31D22C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ServiceA template</Template>
  <TotalTime>107</TotalTime>
  <Words>3</Words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World in hand design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2012-11-04T20:25:21Z</dcterms:created>
  <dcterms:modified xsi:type="dcterms:W3CDTF">2020-05-18T17:38:45Z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TC102862171033</vt:lpwstr>
  </property>
  <property fmtid="{D5CDD505-2E9C-101B-9397-08002B2CF9AE}" pid="3" name="ContentTypeId">
    <vt:lpwstr>0x0101009E1F9B7B5563E546BDCC4FF750137663</vt:lpwstr>
  </property>
  <property fmtid="{D5CDD505-2E9C-101B-9397-08002B2CF9AE}" pid="4" name="_dlc_DocIdItemGuid">
    <vt:lpwstr>82fc1349-b653-4bc8-9c31-27bbb42acb02</vt:lpwstr>
  </property>
</Properties>
</file>