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799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9" r:id="rId7"/>
    <p:sldId id="260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374E5F"/>
    <a:srgbClr val="A6BCCC"/>
    <a:srgbClr val="000000"/>
    <a:srgbClr val="FFFFCC"/>
    <a:srgbClr val="CC0000"/>
    <a:srgbClr val="000066"/>
    <a:srgbClr val="FFCC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4590" autoAdjust="0"/>
  </p:normalViewPr>
  <p:slideViewPr>
    <p:cSldViewPr>
      <p:cViewPr varScale="1">
        <p:scale>
          <a:sx n="76" d="100"/>
          <a:sy n="76" d="100"/>
        </p:scale>
        <p:origin x="70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1A3F9B-5815-45CC-92E0-EEB2D211D2D3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7748DB61-3F9B-4321-81A7-AFFEC0244362}">
      <dgm:prSet phldrT="[Text]"/>
      <dgm:spPr/>
      <dgm:t>
        <a:bodyPr/>
        <a:lstStyle/>
        <a:p>
          <a:r>
            <a:rPr lang="en-US" dirty="0"/>
            <a:t>Joan</a:t>
          </a:r>
        </a:p>
      </dgm:t>
    </dgm:pt>
    <dgm:pt modelId="{43598638-4F85-42E3-987D-3624E813E6AE}" type="parTrans" cxnId="{589E6E5F-69B9-494C-AD0A-5EDB2CAC2493}">
      <dgm:prSet/>
      <dgm:spPr/>
      <dgm:t>
        <a:bodyPr/>
        <a:lstStyle/>
        <a:p>
          <a:endParaRPr lang="en-US"/>
        </a:p>
      </dgm:t>
    </dgm:pt>
    <dgm:pt modelId="{81188002-38E7-43F7-9D66-E38AB07085D1}" type="sibTrans" cxnId="{589E6E5F-69B9-494C-AD0A-5EDB2CAC2493}">
      <dgm:prSet/>
      <dgm:spPr/>
      <dgm:t>
        <a:bodyPr/>
        <a:lstStyle/>
        <a:p>
          <a:endParaRPr lang="en-US"/>
        </a:p>
      </dgm:t>
    </dgm:pt>
    <dgm:pt modelId="{0DC380E7-FA27-4C49-95D9-10D86689AFE1}">
      <dgm:prSet phldrT="[Text]"/>
      <dgm:spPr/>
      <dgm:t>
        <a:bodyPr/>
        <a:lstStyle/>
        <a:p>
          <a:r>
            <a:rPr lang="en-US" dirty="0"/>
            <a:t>Becca</a:t>
          </a:r>
        </a:p>
      </dgm:t>
    </dgm:pt>
    <dgm:pt modelId="{1F3C74D3-3568-47E5-9A6F-96FB4F50E9BB}" type="parTrans" cxnId="{86B99149-174E-4016-8ECE-1D474168A4DD}">
      <dgm:prSet/>
      <dgm:spPr/>
      <dgm:t>
        <a:bodyPr/>
        <a:lstStyle/>
        <a:p>
          <a:endParaRPr lang="en-US"/>
        </a:p>
      </dgm:t>
    </dgm:pt>
    <dgm:pt modelId="{4A3E531D-81B0-4443-9E03-61FD6D002DF1}" type="sibTrans" cxnId="{86B99149-174E-4016-8ECE-1D474168A4DD}">
      <dgm:prSet/>
      <dgm:spPr/>
      <dgm:t>
        <a:bodyPr/>
        <a:lstStyle/>
        <a:p>
          <a:endParaRPr lang="en-US"/>
        </a:p>
      </dgm:t>
    </dgm:pt>
    <dgm:pt modelId="{6B2FA79F-04BE-4A20-88E7-9C40372AFF39}">
      <dgm:prSet phldrT="[Text]"/>
      <dgm:spPr/>
      <dgm:t>
        <a:bodyPr/>
        <a:lstStyle/>
        <a:p>
          <a:r>
            <a:rPr lang="en-US" dirty="0"/>
            <a:t>Madeline</a:t>
          </a:r>
        </a:p>
      </dgm:t>
    </dgm:pt>
    <dgm:pt modelId="{D0D927A2-0F12-4C1C-BB01-4044EAE75846}" type="parTrans" cxnId="{5D13AA30-1E47-4693-993A-79AB7E5B3B7F}">
      <dgm:prSet/>
      <dgm:spPr/>
      <dgm:t>
        <a:bodyPr/>
        <a:lstStyle/>
        <a:p>
          <a:endParaRPr lang="en-US"/>
        </a:p>
      </dgm:t>
    </dgm:pt>
    <dgm:pt modelId="{581E03A7-94CC-4A3C-A7B1-1F4B5BD41AE4}" type="sibTrans" cxnId="{5D13AA30-1E47-4693-993A-79AB7E5B3B7F}">
      <dgm:prSet/>
      <dgm:spPr/>
      <dgm:t>
        <a:bodyPr/>
        <a:lstStyle/>
        <a:p>
          <a:endParaRPr lang="en-US"/>
        </a:p>
      </dgm:t>
    </dgm:pt>
    <dgm:pt modelId="{919DFEE1-02FA-41AB-BFC8-5EDA86203856}">
      <dgm:prSet phldrT="[Text]"/>
      <dgm:spPr/>
      <dgm:t>
        <a:bodyPr/>
        <a:lstStyle/>
        <a:p>
          <a:r>
            <a:rPr lang="en-US" dirty="0"/>
            <a:t>Penny</a:t>
          </a:r>
        </a:p>
      </dgm:t>
    </dgm:pt>
    <dgm:pt modelId="{55E4803F-F79D-4C8B-8BE0-531A4B40A8E7}" type="parTrans" cxnId="{98BCAC99-9E11-4CCD-9A13-4EF923369D9B}">
      <dgm:prSet/>
      <dgm:spPr/>
      <dgm:t>
        <a:bodyPr/>
        <a:lstStyle/>
        <a:p>
          <a:endParaRPr lang="en-US"/>
        </a:p>
      </dgm:t>
    </dgm:pt>
    <dgm:pt modelId="{01A44DEF-FF02-4215-8E61-8D69C4A7388A}" type="sibTrans" cxnId="{98BCAC99-9E11-4CCD-9A13-4EF923369D9B}">
      <dgm:prSet/>
      <dgm:spPr/>
      <dgm:t>
        <a:bodyPr/>
        <a:lstStyle/>
        <a:p>
          <a:endParaRPr lang="en-US"/>
        </a:p>
      </dgm:t>
    </dgm:pt>
    <dgm:pt modelId="{3F122784-5D20-40CD-BD79-7CA637A2A0F6}" type="asst">
      <dgm:prSet/>
      <dgm:spPr/>
      <dgm:t>
        <a:bodyPr/>
        <a:lstStyle/>
        <a:p>
          <a:r>
            <a:rPr lang="en-US" dirty="0"/>
            <a:t>Bella</a:t>
          </a:r>
        </a:p>
      </dgm:t>
    </dgm:pt>
    <dgm:pt modelId="{E3CA7938-65BF-498A-8600-4E9FAFDE5D97}" type="parTrans" cxnId="{C427BCA5-0093-4726-BA36-6D6871800E49}">
      <dgm:prSet/>
      <dgm:spPr/>
      <dgm:t>
        <a:bodyPr/>
        <a:lstStyle/>
        <a:p>
          <a:endParaRPr lang="en-US"/>
        </a:p>
      </dgm:t>
    </dgm:pt>
    <dgm:pt modelId="{4739BA23-5DBD-4F6E-80C9-4C664B83531D}" type="sibTrans" cxnId="{C427BCA5-0093-4726-BA36-6D6871800E49}">
      <dgm:prSet/>
      <dgm:spPr/>
      <dgm:t>
        <a:bodyPr/>
        <a:lstStyle/>
        <a:p>
          <a:endParaRPr lang="en-US"/>
        </a:p>
      </dgm:t>
    </dgm:pt>
    <dgm:pt modelId="{F201E095-015F-4A47-B88E-9E60008B2D98}" type="pres">
      <dgm:prSet presAssocID="{CF1A3F9B-5815-45CC-92E0-EEB2D211D2D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D26B41A-DDE9-48E8-81FD-2348582A8EAD}" type="pres">
      <dgm:prSet presAssocID="{7748DB61-3F9B-4321-81A7-AFFEC0244362}" presName="hierRoot1" presStyleCnt="0">
        <dgm:presLayoutVars>
          <dgm:hierBranch val="init"/>
        </dgm:presLayoutVars>
      </dgm:prSet>
      <dgm:spPr/>
    </dgm:pt>
    <dgm:pt modelId="{CAE46734-8A77-4EEA-B40B-45000158C544}" type="pres">
      <dgm:prSet presAssocID="{7748DB61-3F9B-4321-81A7-AFFEC0244362}" presName="rootComposite1" presStyleCnt="0"/>
      <dgm:spPr/>
    </dgm:pt>
    <dgm:pt modelId="{98684830-A96C-46EA-BAAC-9022409665AB}" type="pres">
      <dgm:prSet presAssocID="{7748DB61-3F9B-4321-81A7-AFFEC0244362}" presName="rootText1" presStyleLbl="alignAcc1" presStyleIdx="0" presStyleCnt="0">
        <dgm:presLayoutVars>
          <dgm:chPref val="3"/>
        </dgm:presLayoutVars>
      </dgm:prSet>
      <dgm:spPr/>
    </dgm:pt>
    <dgm:pt modelId="{2DC9B4C5-37F8-4FA8-9D22-8CB68BF843EF}" type="pres">
      <dgm:prSet presAssocID="{7748DB61-3F9B-4321-81A7-AFFEC0244362}" presName="topArc1" presStyleLbl="parChTrans1D1" presStyleIdx="0" presStyleCnt="10"/>
      <dgm:spPr/>
    </dgm:pt>
    <dgm:pt modelId="{9962487B-423A-49F8-B8BD-F30C8C6703B5}" type="pres">
      <dgm:prSet presAssocID="{7748DB61-3F9B-4321-81A7-AFFEC0244362}" presName="bottomArc1" presStyleLbl="parChTrans1D1" presStyleIdx="1" presStyleCnt="10"/>
      <dgm:spPr/>
    </dgm:pt>
    <dgm:pt modelId="{89648421-E938-4C3B-93F9-AB958CE7F22E}" type="pres">
      <dgm:prSet presAssocID="{7748DB61-3F9B-4321-81A7-AFFEC0244362}" presName="topConnNode1" presStyleLbl="node1" presStyleIdx="0" presStyleCnt="0"/>
      <dgm:spPr/>
    </dgm:pt>
    <dgm:pt modelId="{8D059D28-1392-4FEA-827B-2C3402AFBD81}" type="pres">
      <dgm:prSet presAssocID="{7748DB61-3F9B-4321-81A7-AFFEC0244362}" presName="hierChild2" presStyleCnt="0"/>
      <dgm:spPr/>
    </dgm:pt>
    <dgm:pt modelId="{C713D9C3-D784-436F-8372-CB21554982C8}" type="pres">
      <dgm:prSet presAssocID="{1F3C74D3-3568-47E5-9A6F-96FB4F50E9BB}" presName="Name28" presStyleLbl="parChTrans1D2" presStyleIdx="0" presStyleCnt="3"/>
      <dgm:spPr/>
    </dgm:pt>
    <dgm:pt modelId="{B951BA00-506E-4FD0-9EB2-48B3DB18CC38}" type="pres">
      <dgm:prSet presAssocID="{0DC380E7-FA27-4C49-95D9-10D86689AFE1}" presName="hierRoot2" presStyleCnt="0">
        <dgm:presLayoutVars>
          <dgm:hierBranch val="init"/>
        </dgm:presLayoutVars>
      </dgm:prSet>
      <dgm:spPr/>
    </dgm:pt>
    <dgm:pt modelId="{B524D1A9-A461-40E4-9358-3E0845D67E7C}" type="pres">
      <dgm:prSet presAssocID="{0DC380E7-FA27-4C49-95D9-10D86689AFE1}" presName="rootComposite2" presStyleCnt="0"/>
      <dgm:spPr/>
    </dgm:pt>
    <dgm:pt modelId="{5F75F2D8-4F3E-47E3-AE8B-99311742890D}" type="pres">
      <dgm:prSet presAssocID="{0DC380E7-FA27-4C49-95D9-10D86689AFE1}" presName="rootText2" presStyleLbl="alignAcc1" presStyleIdx="0" presStyleCnt="0">
        <dgm:presLayoutVars>
          <dgm:chPref val="3"/>
        </dgm:presLayoutVars>
      </dgm:prSet>
      <dgm:spPr/>
    </dgm:pt>
    <dgm:pt modelId="{B506FBD7-77A9-4444-B727-F53E53081F20}" type="pres">
      <dgm:prSet presAssocID="{0DC380E7-FA27-4C49-95D9-10D86689AFE1}" presName="topArc2" presStyleLbl="parChTrans1D1" presStyleIdx="2" presStyleCnt="10"/>
      <dgm:spPr/>
    </dgm:pt>
    <dgm:pt modelId="{72CF3698-94CA-42B2-B57E-51EB04D48A88}" type="pres">
      <dgm:prSet presAssocID="{0DC380E7-FA27-4C49-95D9-10D86689AFE1}" presName="bottomArc2" presStyleLbl="parChTrans1D1" presStyleIdx="3" presStyleCnt="10"/>
      <dgm:spPr/>
    </dgm:pt>
    <dgm:pt modelId="{41861578-22F6-492C-947B-6048AA6B16BE}" type="pres">
      <dgm:prSet presAssocID="{0DC380E7-FA27-4C49-95D9-10D86689AFE1}" presName="topConnNode2" presStyleLbl="node2" presStyleIdx="0" presStyleCnt="0"/>
      <dgm:spPr/>
    </dgm:pt>
    <dgm:pt modelId="{131DEDC6-DC05-4D38-B76A-0A71F980B7EC}" type="pres">
      <dgm:prSet presAssocID="{0DC380E7-FA27-4C49-95D9-10D86689AFE1}" presName="hierChild4" presStyleCnt="0"/>
      <dgm:spPr/>
    </dgm:pt>
    <dgm:pt modelId="{C03CAC24-A0B5-4961-820F-787446807265}" type="pres">
      <dgm:prSet presAssocID="{0DC380E7-FA27-4C49-95D9-10D86689AFE1}" presName="hierChild5" presStyleCnt="0"/>
      <dgm:spPr/>
    </dgm:pt>
    <dgm:pt modelId="{B171D895-5CEB-4F59-95AC-F6642385DF32}" type="pres">
      <dgm:prSet presAssocID="{D0D927A2-0F12-4C1C-BB01-4044EAE75846}" presName="Name28" presStyleLbl="parChTrans1D2" presStyleIdx="1" presStyleCnt="3"/>
      <dgm:spPr/>
    </dgm:pt>
    <dgm:pt modelId="{49AD40D7-F0BB-4503-8580-7D1518B2ED59}" type="pres">
      <dgm:prSet presAssocID="{6B2FA79F-04BE-4A20-88E7-9C40372AFF39}" presName="hierRoot2" presStyleCnt="0">
        <dgm:presLayoutVars>
          <dgm:hierBranch val="init"/>
        </dgm:presLayoutVars>
      </dgm:prSet>
      <dgm:spPr/>
    </dgm:pt>
    <dgm:pt modelId="{17D32F1A-0691-4C2E-B40F-885D9F9D7AE9}" type="pres">
      <dgm:prSet presAssocID="{6B2FA79F-04BE-4A20-88E7-9C40372AFF39}" presName="rootComposite2" presStyleCnt="0"/>
      <dgm:spPr/>
    </dgm:pt>
    <dgm:pt modelId="{EF97BECE-71D6-43BF-89C7-0F656DC72641}" type="pres">
      <dgm:prSet presAssocID="{6B2FA79F-04BE-4A20-88E7-9C40372AFF39}" presName="rootText2" presStyleLbl="alignAcc1" presStyleIdx="0" presStyleCnt="0">
        <dgm:presLayoutVars>
          <dgm:chPref val="3"/>
        </dgm:presLayoutVars>
      </dgm:prSet>
      <dgm:spPr/>
    </dgm:pt>
    <dgm:pt modelId="{88E0FE1C-5AF4-408E-B925-299E133595B2}" type="pres">
      <dgm:prSet presAssocID="{6B2FA79F-04BE-4A20-88E7-9C40372AFF39}" presName="topArc2" presStyleLbl="parChTrans1D1" presStyleIdx="4" presStyleCnt="10"/>
      <dgm:spPr/>
    </dgm:pt>
    <dgm:pt modelId="{29A3A75B-20B9-4680-BE1A-4A360658FC65}" type="pres">
      <dgm:prSet presAssocID="{6B2FA79F-04BE-4A20-88E7-9C40372AFF39}" presName="bottomArc2" presStyleLbl="parChTrans1D1" presStyleIdx="5" presStyleCnt="10"/>
      <dgm:spPr/>
    </dgm:pt>
    <dgm:pt modelId="{ADDD9EEB-FA28-4D87-9804-8541288323A9}" type="pres">
      <dgm:prSet presAssocID="{6B2FA79F-04BE-4A20-88E7-9C40372AFF39}" presName="topConnNode2" presStyleLbl="node2" presStyleIdx="0" presStyleCnt="0"/>
      <dgm:spPr/>
    </dgm:pt>
    <dgm:pt modelId="{9AEF6FCF-B93F-4988-8166-0BFE3DA66F24}" type="pres">
      <dgm:prSet presAssocID="{6B2FA79F-04BE-4A20-88E7-9C40372AFF39}" presName="hierChild4" presStyleCnt="0"/>
      <dgm:spPr/>
    </dgm:pt>
    <dgm:pt modelId="{29775380-064C-4018-9522-4387F356529D}" type="pres">
      <dgm:prSet presAssocID="{6B2FA79F-04BE-4A20-88E7-9C40372AFF39}" presName="hierChild5" presStyleCnt="0"/>
      <dgm:spPr/>
    </dgm:pt>
    <dgm:pt modelId="{3479B3F4-DF6F-4914-A857-5DA921C43B72}" type="pres">
      <dgm:prSet presAssocID="{E3CA7938-65BF-498A-8600-4E9FAFDE5D97}" presName="Name101" presStyleLbl="parChTrans1D3" presStyleIdx="0" presStyleCnt="1"/>
      <dgm:spPr/>
    </dgm:pt>
    <dgm:pt modelId="{C19B4A0B-EA09-4301-928F-4E84E69371E4}" type="pres">
      <dgm:prSet presAssocID="{3F122784-5D20-40CD-BD79-7CA637A2A0F6}" presName="hierRoot3" presStyleCnt="0">
        <dgm:presLayoutVars>
          <dgm:hierBranch val="init"/>
        </dgm:presLayoutVars>
      </dgm:prSet>
      <dgm:spPr/>
    </dgm:pt>
    <dgm:pt modelId="{F8D76CD1-D7A2-49C1-B444-68BA0D03FD96}" type="pres">
      <dgm:prSet presAssocID="{3F122784-5D20-40CD-BD79-7CA637A2A0F6}" presName="rootComposite3" presStyleCnt="0"/>
      <dgm:spPr/>
    </dgm:pt>
    <dgm:pt modelId="{C789B138-899B-4390-BB19-C8079D220CFA}" type="pres">
      <dgm:prSet presAssocID="{3F122784-5D20-40CD-BD79-7CA637A2A0F6}" presName="rootText3" presStyleLbl="alignAcc1" presStyleIdx="0" presStyleCnt="0">
        <dgm:presLayoutVars>
          <dgm:chPref val="3"/>
        </dgm:presLayoutVars>
      </dgm:prSet>
      <dgm:spPr/>
    </dgm:pt>
    <dgm:pt modelId="{FC1AF39E-30E3-4C4A-B2A5-908CC321B2AA}" type="pres">
      <dgm:prSet presAssocID="{3F122784-5D20-40CD-BD79-7CA637A2A0F6}" presName="topArc3" presStyleLbl="parChTrans1D1" presStyleIdx="6" presStyleCnt="10"/>
      <dgm:spPr/>
    </dgm:pt>
    <dgm:pt modelId="{F6ECF446-537A-4F4C-96D7-3431D73AAF58}" type="pres">
      <dgm:prSet presAssocID="{3F122784-5D20-40CD-BD79-7CA637A2A0F6}" presName="bottomArc3" presStyleLbl="parChTrans1D1" presStyleIdx="7" presStyleCnt="10"/>
      <dgm:spPr/>
    </dgm:pt>
    <dgm:pt modelId="{4A3425C4-5CEA-4419-9D4A-9C5DA29A6FF9}" type="pres">
      <dgm:prSet presAssocID="{3F122784-5D20-40CD-BD79-7CA637A2A0F6}" presName="topConnNode3" presStyleLbl="asst2" presStyleIdx="0" presStyleCnt="0"/>
      <dgm:spPr/>
    </dgm:pt>
    <dgm:pt modelId="{F82DA304-7EE4-40E3-9998-DB2C57AC7CC0}" type="pres">
      <dgm:prSet presAssocID="{3F122784-5D20-40CD-BD79-7CA637A2A0F6}" presName="hierChild6" presStyleCnt="0"/>
      <dgm:spPr/>
    </dgm:pt>
    <dgm:pt modelId="{83F987B8-576E-4B1B-AE84-540B2CBB4496}" type="pres">
      <dgm:prSet presAssocID="{3F122784-5D20-40CD-BD79-7CA637A2A0F6}" presName="hierChild7" presStyleCnt="0"/>
      <dgm:spPr/>
    </dgm:pt>
    <dgm:pt modelId="{FA5A1BDA-C63C-4F43-AB93-2CD1CF675B13}" type="pres">
      <dgm:prSet presAssocID="{55E4803F-F79D-4C8B-8BE0-531A4B40A8E7}" presName="Name28" presStyleLbl="parChTrans1D2" presStyleIdx="2" presStyleCnt="3"/>
      <dgm:spPr/>
    </dgm:pt>
    <dgm:pt modelId="{762F5CB6-2756-4693-8A1F-EC91CCC4E45C}" type="pres">
      <dgm:prSet presAssocID="{919DFEE1-02FA-41AB-BFC8-5EDA86203856}" presName="hierRoot2" presStyleCnt="0">
        <dgm:presLayoutVars>
          <dgm:hierBranch val="init"/>
        </dgm:presLayoutVars>
      </dgm:prSet>
      <dgm:spPr/>
    </dgm:pt>
    <dgm:pt modelId="{7C46D21F-C572-48A6-8701-AB18417EBA59}" type="pres">
      <dgm:prSet presAssocID="{919DFEE1-02FA-41AB-BFC8-5EDA86203856}" presName="rootComposite2" presStyleCnt="0"/>
      <dgm:spPr/>
    </dgm:pt>
    <dgm:pt modelId="{33724865-158B-4EEA-A704-6894CF0F9951}" type="pres">
      <dgm:prSet presAssocID="{919DFEE1-02FA-41AB-BFC8-5EDA86203856}" presName="rootText2" presStyleLbl="alignAcc1" presStyleIdx="0" presStyleCnt="0">
        <dgm:presLayoutVars>
          <dgm:chPref val="3"/>
        </dgm:presLayoutVars>
      </dgm:prSet>
      <dgm:spPr/>
    </dgm:pt>
    <dgm:pt modelId="{75D0530D-4A00-4CD5-902B-254CAFA8344A}" type="pres">
      <dgm:prSet presAssocID="{919DFEE1-02FA-41AB-BFC8-5EDA86203856}" presName="topArc2" presStyleLbl="parChTrans1D1" presStyleIdx="8" presStyleCnt="10"/>
      <dgm:spPr/>
    </dgm:pt>
    <dgm:pt modelId="{CC81BEF0-48A5-463A-BFC8-4F0691EA1E31}" type="pres">
      <dgm:prSet presAssocID="{919DFEE1-02FA-41AB-BFC8-5EDA86203856}" presName="bottomArc2" presStyleLbl="parChTrans1D1" presStyleIdx="9" presStyleCnt="10"/>
      <dgm:spPr/>
    </dgm:pt>
    <dgm:pt modelId="{910275CD-1DC8-4E5A-819F-C33B36811D03}" type="pres">
      <dgm:prSet presAssocID="{919DFEE1-02FA-41AB-BFC8-5EDA86203856}" presName="topConnNode2" presStyleLbl="node2" presStyleIdx="0" presStyleCnt="0"/>
      <dgm:spPr/>
    </dgm:pt>
    <dgm:pt modelId="{C851CC6F-CB13-4191-BFD5-BE27B9099FD2}" type="pres">
      <dgm:prSet presAssocID="{919DFEE1-02FA-41AB-BFC8-5EDA86203856}" presName="hierChild4" presStyleCnt="0"/>
      <dgm:spPr/>
    </dgm:pt>
    <dgm:pt modelId="{A5D51DC8-42A9-4250-BA66-0342909B9F1F}" type="pres">
      <dgm:prSet presAssocID="{919DFEE1-02FA-41AB-BFC8-5EDA86203856}" presName="hierChild5" presStyleCnt="0"/>
      <dgm:spPr/>
    </dgm:pt>
    <dgm:pt modelId="{1FEC143B-9B08-40DB-B675-3D8EA7561767}" type="pres">
      <dgm:prSet presAssocID="{7748DB61-3F9B-4321-81A7-AFFEC0244362}" presName="hierChild3" presStyleCnt="0"/>
      <dgm:spPr/>
    </dgm:pt>
  </dgm:ptLst>
  <dgm:cxnLst>
    <dgm:cxn modelId="{CD5A5505-4BF5-470A-9DDB-58F2AF8D4C1D}" type="presOf" srcId="{0DC380E7-FA27-4C49-95D9-10D86689AFE1}" destId="{41861578-22F6-492C-947B-6048AA6B16BE}" srcOrd="1" destOrd="0" presId="urn:microsoft.com/office/officeart/2008/layout/HalfCircleOrganizationChart"/>
    <dgm:cxn modelId="{5FEA4524-6860-4014-8B81-ED3EA526ED51}" type="presOf" srcId="{919DFEE1-02FA-41AB-BFC8-5EDA86203856}" destId="{910275CD-1DC8-4E5A-819F-C33B36811D03}" srcOrd="1" destOrd="0" presId="urn:microsoft.com/office/officeart/2008/layout/HalfCircleOrganizationChart"/>
    <dgm:cxn modelId="{2FC46E26-9A76-49A1-9560-BBCFF199624F}" type="presOf" srcId="{1F3C74D3-3568-47E5-9A6F-96FB4F50E9BB}" destId="{C713D9C3-D784-436F-8372-CB21554982C8}" srcOrd="0" destOrd="0" presId="urn:microsoft.com/office/officeart/2008/layout/HalfCircleOrganizationChart"/>
    <dgm:cxn modelId="{7D9D6E2D-6B0F-4E0E-ACC3-35C0A8D451DF}" type="presOf" srcId="{55E4803F-F79D-4C8B-8BE0-531A4B40A8E7}" destId="{FA5A1BDA-C63C-4F43-AB93-2CD1CF675B13}" srcOrd="0" destOrd="0" presId="urn:microsoft.com/office/officeart/2008/layout/HalfCircleOrganizationChart"/>
    <dgm:cxn modelId="{5D13AA30-1E47-4693-993A-79AB7E5B3B7F}" srcId="{7748DB61-3F9B-4321-81A7-AFFEC0244362}" destId="{6B2FA79F-04BE-4A20-88E7-9C40372AFF39}" srcOrd="1" destOrd="0" parTransId="{D0D927A2-0F12-4C1C-BB01-4044EAE75846}" sibTransId="{581E03A7-94CC-4A3C-A7B1-1F4B5BD41AE4}"/>
    <dgm:cxn modelId="{8672D435-20FD-49B3-A752-8CD07AA955AB}" type="presOf" srcId="{0DC380E7-FA27-4C49-95D9-10D86689AFE1}" destId="{5F75F2D8-4F3E-47E3-AE8B-99311742890D}" srcOrd="0" destOrd="0" presId="urn:microsoft.com/office/officeart/2008/layout/HalfCircleOrganizationChart"/>
    <dgm:cxn modelId="{589E6E5F-69B9-494C-AD0A-5EDB2CAC2493}" srcId="{CF1A3F9B-5815-45CC-92E0-EEB2D211D2D3}" destId="{7748DB61-3F9B-4321-81A7-AFFEC0244362}" srcOrd="0" destOrd="0" parTransId="{43598638-4F85-42E3-987D-3624E813E6AE}" sibTransId="{81188002-38E7-43F7-9D66-E38AB07085D1}"/>
    <dgm:cxn modelId="{2C271E42-D186-400B-87F4-462FB61596DA}" type="presOf" srcId="{E3CA7938-65BF-498A-8600-4E9FAFDE5D97}" destId="{3479B3F4-DF6F-4914-A857-5DA921C43B72}" srcOrd="0" destOrd="0" presId="urn:microsoft.com/office/officeart/2008/layout/HalfCircleOrganizationChart"/>
    <dgm:cxn modelId="{86B99149-174E-4016-8ECE-1D474168A4DD}" srcId="{7748DB61-3F9B-4321-81A7-AFFEC0244362}" destId="{0DC380E7-FA27-4C49-95D9-10D86689AFE1}" srcOrd="0" destOrd="0" parTransId="{1F3C74D3-3568-47E5-9A6F-96FB4F50E9BB}" sibTransId="{4A3E531D-81B0-4443-9E03-61FD6D002DF1}"/>
    <dgm:cxn modelId="{33CC9077-5F31-4C7D-A131-2827A3434EFD}" type="presOf" srcId="{3F122784-5D20-40CD-BD79-7CA637A2A0F6}" destId="{C789B138-899B-4390-BB19-C8079D220CFA}" srcOrd="0" destOrd="0" presId="urn:microsoft.com/office/officeart/2008/layout/HalfCircleOrganizationChart"/>
    <dgm:cxn modelId="{8E1E5E94-A5CD-4E32-9722-9B7DC0536BF0}" type="presOf" srcId="{7748DB61-3F9B-4321-81A7-AFFEC0244362}" destId="{89648421-E938-4C3B-93F9-AB958CE7F22E}" srcOrd="1" destOrd="0" presId="urn:microsoft.com/office/officeart/2008/layout/HalfCircleOrganizationChart"/>
    <dgm:cxn modelId="{98BCAC99-9E11-4CCD-9A13-4EF923369D9B}" srcId="{7748DB61-3F9B-4321-81A7-AFFEC0244362}" destId="{919DFEE1-02FA-41AB-BFC8-5EDA86203856}" srcOrd="2" destOrd="0" parTransId="{55E4803F-F79D-4C8B-8BE0-531A4B40A8E7}" sibTransId="{01A44DEF-FF02-4215-8E61-8D69C4A7388A}"/>
    <dgm:cxn modelId="{ED4B51A0-380F-467E-BD1E-44B787A71720}" type="presOf" srcId="{919DFEE1-02FA-41AB-BFC8-5EDA86203856}" destId="{33724865-158B-4EEA-A704-6894CF0F9951}" srcOrd="0" destOrd="0" presId="urn:microsoft.com/office/officeart/2008/layout/HalfCircleOrganizationChart"/>
    <dgm:cxn modelId="{C427BCA5-0093-4726-BA36-6D6871800E49}" srcId="{6B2FA79F-04BE-4A20-88E7-9C40372AFF39}" destId="{3F122784-5D20-40CD-BD79-7CA637A2A0F6}" srcOrd="0" destOrd="0" parTransId="{E3CA7938-65BF-498A-8600-4E9FAFDE5D97}" sibTransId="{4739BA23-5DBD-4F6E-80C9-4C664B83531D}"/>
    <dgm:cxn modelId="{4A7D2CAB-D07F-4935-979A-13845B9590CB}" type="presOf" srcId="{D0D927A2-0F12-4C1C-BB01-4044EAE75846}" destId="{B171D895-5CEB-4F59-95AC-F6642385DF32}" srcOrd="0" destOrd="0" presId="urn:microsoft.com/office/officeart/2008/layout/HalfCircleOrganizationChart"/>
    <dgm:cxn modelId="{17AFD0B1-5031-4455-9B33-065F44477FDB}" type="presOf" srcId="{3F122784-5D20-40CD-BD79-7CA637A2A0F6}" destId="{4A3425C4-5CEA-4419-9D4A-9C5DA29A6FF9}" srcOrd="1" destOrd="0" presId="urn:microsoft.com/office/officeart/2008/layout/HalfCircleOrganizationChart"/>
    <dgm:cxn modelId="{A877F8B4-2A42-4499-9BF5-E7FF5611F969}" type="presOf" srcId="{7748DB61-3F9B-4321-81A7-AFFEC0244362}" destId="{98684830-A96C-46EA-BAAC-9022409665AB}" srcOrd="0" destOrd="0" presId="urn:microsoft.com/office/officeart/2008/layout/HalfCircleOrganizationChart"/>
    <dgm:cxn modelId="{C58A91DF-D06E-4302-A59C-A63885C0D4FF}" type="presOf" srcId="{CF1A3F9B-5815-45CC-92E0-EEB2D211D2D3}" destId="{F201E095-015F-4A47-B88E-9E60008B2D98}" srcOrd="0" destOrd="0" presId="urn:microsoft.com/office/officeart/2008/layout/HalfCircleOrganizationChart"/>
    <dgm:cxn modelId="{0BB141E0-326A-4753-877E-517018C86F16}" type="presOf" srcId="{6B2FA79F-04BE-4A20-88E7-9C40372AFF39}" destId="{ADDD9EEB-FA28-4D87-9804-8541288323A9}" srcOrd="1" destOrd="0" presId="urn:microsoft.com/office/officeart/2008/layout/HalfCircleOrganizationChart"/>
    <dgm:cxn modelId="{7927EDF6-5B7D-40C7-9EAC-2CB236D8B586}" type="presOf" srcId="{6B2FA79F-04BE-4A20-88E7-9C40372AFF39}" destId="{EF97BECE-71D6-43BF-89C7-0F656DC72641}" srcOrd="0" destOrd="0" presId="urn:microsoft.com/office/officeart/2008/layout/HalfCircleOrganizationChart"/>
    <dgm:cxn modelId="{2C097D1A-F241-4D51-A407-B957A0962C3F}" type="presParOf" srcId="{F201E095-015F-4A47-B88E-9E60008B2D98}" destId="{DD26B41A-DDE9-48E8-81FD-2348582A8EAD}" srcOrd="0" destOrd="0" presId="urn:microsoft.com/office/officeart/2008/layout/HalfCircleOrganizationChart"/>
    <dgm:cxn modelId="{600941F9-03F2-4C35-828C-BC1170AF34C4}" type="presParOf" srcId="{DD26B41A-DDE9-48E8-81FD-2348582A8EAD}" destId="{CAE46734-8A77-4EEA-B40B-45000158C544}" srcOrd="0" destOrd="0" presId="urn:microsoft.com/office/officeart/2008/layout/HalfCircleOrganizationChart"/>
    <dgm:cxn modelId="{6D0D2C67-3ABD-4CD2-B16E-BC4773EECD7F}" type="presParOf" srcId="{CAE46734-8A77-4EEA-B40B-45000158C544}" destId="{98684830-A96C-46EA-BAAC-9022409665AB}" srcOrd="0" destOrd="0" presId="urn:microsoft.com/office/officeart/2008/layout/HalfCircleOrganizationChart"/>
    <dgm:cxn modelId="{78B51B79-867D-4B83-BC28-8DAE41620EA8}" type="presParOf" srcId="{CAE46734-8A77-4EEA-B40B-45000158C544}" destId="{2DC9B4C5-37F8-4FA8-9D22-8CB68BF843EF}" srcOrd="1" destOrd="0" presId="urn:microsoft.com/office/officeart/2008/layout/HalfCircleOrganizationChart"/>
    <dgm:cxn modelId="{26402102-0B3C-4A64-B0D8-757958EDB346}" type="presParOf" srcId="{CAE46734-8A77-4EEA-B40B-45000158C544}" destId="{9962487B-423A-49F8-B8BD-F30C8C6703B5}" srcOrd="2" destOrd="0" presId="urn:microsoft.com/office/officeart/2008/layout/HalfCircleOrganizationChart"/>
    <dgm:cxn modelId="{80E1531D-16B9-4C31-8C99-8FC41A5FDFE6}" type="presParOf" srcId="{CAE46734-8A77-4EEA-B40B-45000158C544}" destId="{89648421-E938-4C3B-93F9-AB958CE7F22E}" srcOrd="3" destOrd="0" presId="urn:microsoft.com/office/officeart/2008/layout/HalfCircleOrganizationChart"/>
    <dgm:cxn modelId="{78E2AC43-21CF-497D-89EA-9EB694E2F274}" type="presParOf" srcId="{DD26B41A-DDE9-48E8-81FD-2348582A8EAD}" destId="{8D059D28-1392-4FEA-827B-2C3402AFBD81}" srcOrd="1" destOrd="0" presId="urn:microsoft.com/office/officeart/2008/layout/HalfCircleOrganizationChart"/>
    <dgm:cxn modelId="{62D5C0CA-7A00-4686-A287-94A8E3449893}" type="presParOf" srcId="{8D059D28-1392-4FEA-827B-2C3402AFBD81}" destId="{C713D9C3-D784-436F-8372-CB21554982C8}" srcOrd="0" destOrd="0" presId="urn:microsoft.com/office/officeart/2008/layout/HalfCircleOrganizationChart"/>
    <dgm:cxn modelId="{C02F1780-AFC7-4506-96DC-A9ECBEE9F143}" type="presParOf" srcId="{8D059D28-1392-4FEA-827B-2C3402AFBD81}" destId="{B951BA00-506E-4FD0-9EB2-48B3DB18CC38}" srcOrd="1" destOrd="0" presId="urn:microsoft.com/office/officeart/2008/layout/HalfCircleOrganizationChart"/>
    <dgm:cxn modelId="{B985E878-06CE-498B-BAA9-C2EB3012D761}" type="presParOf" srcId="{B951BA00-506E-4FD0-9EB2-48B3DB18CC38}" destId="{B524D1A9-A461-40E4-9358-3E0845D67E7C}" srcOrd="0" destOrd="0" presId="urn:microsoft.com/office/officeart/2008/layout/HalfCircleOrganizationChart"/>
    <dgm:cxn modelId="{D8688A27-AF7D-4C6D-ACA5-772FC84D1703}" type="presParOf" srcId="{B524D1A9-A461-40E4-9358-3E0845D67E7C}" destId="{5F75F2D8-4F3E-47E3-AE8B-99311742890D}" srcOrd="0" destOrd="0" presId="urn:microsoft.com/office/officeart/2008/layout/HalfCircleOrganizationChart"/>
    <dgm:cxn modelId="{3BC6E824-612D-4275-BE23-5615B9FF21DC}" type="presParOf" srcId="{B524D1A9-A461-40E4-9358-3E0845D67E7C}" destId="{B506FBD7-77A9-4444-B727-F53E53081F20}" srcOrd="1" destOrd="0" presId="urn:microsoft.com/office/officeart/2008/layout/HalfCircleOrganizationChart"/>
    <dgm:cxn modelId="{1C22EA8F-6630-465A-9B32-FC6202ECF800}" type="presParOf" srcId="{B524D1A9-A461-40E4-9358-3E0845D67E7C}" destId="{72CF3698-94CA-42B2-B57E-51EB04D48A88}" srcOrd="2" destOrd="0" presId="urn:microsoft.com/office/officeart/2008/layout/HalfCircleOrganizationChart"/>
    <dgm:cxn modelId="{659DC5AD-18C6-42F1-93A1-D2564408F6B2}" type="presParOf" srcId="{B524D1A9-A461-40E4-9358-3E0845D67E7C}" destId="{41861578-22F6-492C-947B-6048AA6B16BE}" srcOrd="3" destOrd="0" presId="urn:microsoft.com/office/officeart/2008/layout/HalfCircleOrganizationChart"/>
    <dgm:cxn modelId="{11E3BC77-FA91-421A-9AA2-7D9934AAA094}" type="presParOf" srcId="{B951BA00-506E-4FD0-9EB2-48B3DB18CC38}" destId="{131DEDC6-DC05-4D38-B76A-0A71F980B7EC}" srcOrd="1" destOrd="0" presId="urn:microsoft.com/office/officeart/2008/layout/HalfCircleOrganizationChart"/>
    <dgm:cxn modelId="{F44A2B45-04F8-4E62-A655-BFC2C239F541}" type="presParOf" srcId="{B951BA00-506E-4FD0-9EB2-48B3DB18CC38}" destId="{C03CAC24-A0B5-4961-820F-787446807265}" srcOrd="2" destOrd="0" presId="urn:microsoft.com/office/officeart/2008/layout/HalfCircleOrganizationChart"/>
    <dgm:cxn modelId="{BFE50C1D-861A-473A-BE5C-51AAD67E747C}" type="presParOf" srcId="{8D059D28-1392-4FEA-827B-2C3402AFBD81}" destId="{B171D895-5CEB-4F59-95AC-F6642385DF32}" srcOrd="2" destOrd="0" presId="urn:microsoft.com/office/officeart/2008/layout/HalfCircleOrganizationChart"/>
    <dgm:cxn modelId="{79CE5262-2569-4640-8575-CB9527F71259}" type="presParOf" srcId="{8D059D28-1392-4FEA-827B-2C3402AFBD81}" destId="{49AD40D7-F0BB-4503-8580-7D1518B2ED59}" srcOrd="3" destOrd="0" presId="urn:microsoft.com/office/officeart/2008/layout/HalfCircleOrganizationChart"/>
    <dgm:cxn modelId="{FB671FFB-FB3E-4BA8-9710-9E8FC9CCE30C}" type="presParOf" srcId="{49AD40D7-F0BB-4503-8580-7D1518B2ED59}" destId="{17D32F1A-0691-4C2E-B40F-885D9F9D7AE9}" srcOrd="0" destOrd="0" presId="urn:microsoft.com/office/officeart/2008/layout/HalfCircleOrganizationChart"/>
    <dgm:cxn modelId="{5A46E90F-02C3-4434-A9D1-80297C107F51}" type="presParOf" srcId="{17D32F1A-0691-4C2E-B40F-885D9F9D7AE9}" destId="{EF97BECE-71D6-43BF-89C7-0F656DC72641}" srcOrd="0" destOrd="0" presId="urn:microsoft.com/office/officeart/2008/layout/HalfCircleOrganizationChart"/>
    <dgm:cxn modelId="{018795F3-9E42-4AE5-A05D-E285BB14EDA9}" type="presParOf" srcId="{17D32F1A-0691-4C2E-B40F-885D9F9D7AE9}" destId="{88E0FE1C-5AF4-408E-B925-299E133595B2}" srcOrd="1" destOrd="0" presId="urn:microsoft.com/office/officeart/2008/layout/HalfCircleOrganizationChart"/>
    <dgm:cxn modelId="{B70909C6-535C-40B6-B6CE-360F194A091C}" type="presParOf" srcId="{17D32F1A-0691-4C2E-B40F-885D9F9D7AE9}" destId="{29A3A75B-20B9-4680-BE1A-4A360658FC65}" srcOrd="2" destOrd="0" presId="urn:microsoft.com/office/officeart/2008/layout/HalfCircleOrganizationChart"/>
    <dgm:cxn modelId="{90577DAD-3F18-42E7-B83C-2C9D22338552}" type="presParOf" srcId="{17D32F1A-0691-4C2E-B40F-885D9F9D7AE9}" destId="{ADDD9EEB-FA28-4D87-9804-8541288323A9}" srcOrd="3" destOrd="0" presId="urn:microsoft.com/office/officeart/2008/layout/HalfCircleOrganizationChart"/>
    <dgm:cxn modelId="{D874CD9E-7524-4993-BE32-84AB36F38661}" type="presParOf" srcId="{49AD40D7-F0BB-4503-8580-7D1518B2ED59}" destId="{9AEF6FCF-B93F-4988-8166-0BFE3DA66F24}" srcOrd="1" destOrd="0" presId="urn:microsoft.com/office/officeart/2008/layout/HalfCircleOrganizationChart"/>
    <dgm:cxn modelId="{41CE50FE-2C1D-4A57-8698-F3B17BCBF418}" type="presParOf" srcId="{49AD40D7-F0BB-4503-8580-7D1518B2ED59}" destId="{29775380-064C-4018-9522-4387F356529D}" srcOrd="2" destOrd="0" presId="urn:microsoft.com/office/officeart/2008/layout/HalfCircleOrganizationChart"/>
    <dgm:cxn modelId="{046B2C96-FA35-4758-8B95-F58449794AC0}" type="presParOf" srcId="{29775380-064C-4018-9522-4387F356529D}" destId="{3479B3F4-DF6F-4914-A857-5DA921C43B72}" srcOrd="0" destOrd="0" presId="urn:microsoft.com/office/officeart/2008/layout/HalfCircleOrganizationChart"/>
    <dgm:cxn modelId="{0D8BEDC3-25FC-49FE-9DB0-61C7885C55FE}" type="presParOf" srcId="{29775380-064C-4018-9522-4387F356529D}" destId="{C19B4A0B-EA09-4301-928F-4E84E69371E4}" srcOrd="1" destOrd="0" presId="urn:microsoft.com/office/officeart/2008/layout/HalfCircleOrganizationChart"/>
    <dgm:cxn modelId="{E5188025-ED1B-4C27-8836-33850FCE3CEF}" type="presParOf" srcId="{C19B4A0B-EA09-4301-928F-4E84E69371E4}" destId="{F8D76CD1-D7A2-49C1-B444-68BA0D03FD96}" srcOrd="0" destOrd="0" presId="urn:microsoft.com/office/officeart/2008/layout/HalfCircleOrganizationChart"/>
    <dgm:cxn modelId="{009CB06E-0B83-491E-8F5E-29152DCC17F8}" type="presParOf" srcId="{F8D76CD1-D7A2-49C1-B444-68BA0D03FD96}" destId="{C789B138-899B-4390-BB19-C8079D220CFA}" srcOrd="0" destOrd="0" presId="urn:microsoft.com/office/officeart/2008/layout/HalfCircleOrganizationChart"/>
    <dgm:cxn modelId="{97A8CC97-06CE-4E7E-8922-7E7521361C20}" type="presParOf" srcId="{F8D76CD1-D7A2-49C1-B444-68BA0D03FD96}" destId="{FC1AF39E-30E3-4C4A-B2A5-908CC321B2AA}" srcOrd="1" destOrd="0" presId="urn:microsoft.com/office/officeart/2008/layout/HalfCircleOrganizationChart"/>
    <dgm:cxn modelId="{7D5F77A1-6D04-46FC-B2AA-28F907623E10}" type="presParOf" srcId="{F8D76CD1-D7A2-49C1-B444-68BA0D03FD96}" destId="{F6ECF446-537A-4F4C-96D7-3431D73AAF58}" srcOrd="2" destOrd="0" presId="urn:microsoft.com/office/officeart/2008/layout/HalfCircleOrganizationChart"/>
    <dgm:cxn modelId="{0EB04A38-1676-4A74-A881-AD779E9B7AA2}" type="presParOf" srcId="{F8D76CD1-D7A2-49C1-B444-68BA0D03FD96}" destId="{4A3425C4-5CEA-4419-9D4A-9C5DA29A6FF9}" srcOrd="3" destOrd="0" presId="urn:microsoft.com/office/officeart/2008/layout/HalfCircleOrganizationChart"/>
    <dgm:cxn modelId="{0817CCA1-5C17-4456-8562-8D0E3DB970E1}" type="presParOf" srcId="{C19B4A0B-EA09-4301-928F-4E84E69371E4}" destId="{F82DA304-7EE4-40E3-9998-DB2C57AC7CC0}" srcOrd="1" destOrd="0" presId="urn:microsoft.com/office/officeart/2008/layout/HalfCircleOrganizationChart"/>
    <dgm:cxn modelId="{5DAC464A-32E5-41E2-8CDC-3AC0A8938CA0}" type="presParOf" srcId="{C19B4A0B-EA09-4301-928F-4E84E69371E4}" destId="{83F987B8-576E-4B1B-AE84-540B2CBB4496}" srcOrd="2" destOrd="0" presId="urn:microsoft.com/office/officeart/2008/layout/HalfCircleOrganizationChart"/>
    <dgm:cxn modelId="{5B68C9C5-637C-447D-BEBC-1A61CB86C9AC}" type="presParOf" srcId="{8D059D28-1392-4FEA-827B-2C3402AFBD81}" destId="{FA5A1BDA-C63C-4F43-AB93-2CD1CF675B13}" srcOrd="4" destOrd="0" presId="urn:microsoft.com/office/officeart/2008/layout/HalfCircleOrganizationChart"/>
    <dgm:cxn modelId="{1ADE128C-F411-4B92-AEA9-A2D4D98D0779}" type="presParOf" srcId="{8D059D28-1392-4FEA-827B-2C3402AFBD81}" destId="{762F5CB6-2756-4693-8A1F-EC91CCC4E45C}" srcOrd="5" destOrd="0" presId="urn:microsoft.com/office/officeart/2008/layout/HalfCircleOrganizationChart"/>
    <dgm:cxn modelId="{B0A79263-9F37-4F3F-A7BA-A45956F30A9B}" type="presParOf" srcId="{762F5CB6-2756-4693-8A1F-EC91CCC4E45C}" destId="{7C46D21F-C572-48A6-8701-AB18417EBA59}" srcOrd="0" destOrd="0" presId="urn:microsoft.com/office/officeart/2008/layout/HalfCircleOrganizationChart"/>
    <dgm:cxn modelId="{99BF291E-3AC1-4E5D-B25E-EBE72606614C}" type="presParOf" srcId="{7C46D21F-C572-48A6-8701-AB18417EBA59}" destId="{33724865-158B-4EEA-A704-6894CF0F9951}" srcOrd="0" destOrd="0" presId="urn:microsoft.com/office/officeart/2008/layout/HalfCircleOrganizationChart"/>
    <dgm:cxn modelId="{A5551B36-164D-4AB8-B223-2D59B1CB9243}" type="presParOf" srcId="{7C46D21F-C572-48A6-8701-AB18417EBA59}" destId="{75D0530D-4A00-4CD5-902B-254CAFA8344A}" srcOrd="1" destOrd="0" presId="urn:microsoft.com/office/officeart/2008/layout/HalfCircleOrganizationChart"/>
    <dgm:cxn modelId="{27CE24BF-7C4B-4A8E-B15E-274DA32214A1}" type="presParOf" srcId="{7C46D21F-C572-48A6-8701-AB18417EBA59}" destId="{CC81BEF0-48A5-463A-BFC8-4F0691EA1E31}" srcOrd="2" destOrd="0" presId="urn:microsoft.com/office/officeart/2008/layout/HalfCircleOrganizationChart"/>
    <dgm:cxn modelId="{CC875138-6389-4C01-A192-B41F7F0062B3}" type="presParOf" srcId="{7C46D21F-C572-48A6-8701-AB18417EBA59}" destId="{910275CD-1DC8-4E5A-819F-C33B36811D03}" srcOrd="3" destOrd="0" presId="urn:microsoft.com/office/officeart/2008/layout/HalfCircleOrganizationChart"/>
    <dgm:cxn modelId="{6690C273-1DF0-4CD6-BA35-999D94331332}" type="presParOf" srcId="{762F5CB6-2756-4693-8A1F-EC91CCC4E45C}" destId="{C851CC6F-CB13-4191-BFD5-BE27B9099FD2}" srcOrd="1" destOrd="0" presId="urn:microsoft.com/office/officeart/2008/layout/HalfCircleOrganizationChart"/>
    <dgm:cxn modelId="{B0E73B89-8220-46AC-BE21-D26C6A74A029}" type="presParOf" srcId="{762F5CB6-2756-4693-8A1F-EC91CCC4E45C}" destId="{A5D51DC8-42A9-4250-BA66-0342909B9F1F}" srcOrd="2" destOrd="0" presId="urn:microsoft.com/office/officeart/2008/layout/HalfCircleOrganizationChart"/>
    <dgm:cxn modelId="{18341AA7-3AAC-4B04-BF5B-DE0CEE38CEBF}" type="presParOf" srcId="{DD26B41A-DDE9-48E8-81FD-2348582A8EAD}" destId="{1FEC143B-9B08-40DB-B675-3D8EA7561767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D570B6-6ED5-41DE-BD2B-80A9F1550FE0}" type="doc">
      <dgm:prSet loTypeId="urn:microsoft.com/office/officeart/2005/8/layout/venn1" loCatId="relationship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9D56C8A-8562-44EA-B5E7-64BBB7AD5F7B}">
      <dgm:prSet/>
      <dgm:spPr/>
      <dgm:t>
        <a:bodyPr/>
        <a:lstStyle/>
        <a:p>
          <a:r>
            <a:rPr lang="en-US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rPr>
            <a:t>Research &amp; Development</a:t>
          </a:r>
        </a:p>
      </dgm:t>
    </dgm:pt>
    <dgm:pt modelId="{2873BD35-DD3C-43A5-A08B-7879FA180C2C}" type="parTrans" cxnId="{0565C65C-A9E1-4650-BA17-4DC2F1DEC7E0}">
      <dgm:prSet/>
      <dgm:spPr/>
      <dgm:t>
        <a:bodyPr/>
        <a:lstStyle/>
        <a:p>
          <a:endParaRPr lang="en-US"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a:endParaRPr>
        </a:p>
      </dgm:t>
    </dgm:pt>
    <dgm:pt modelId="{0B513E39-0919-4F57-B214-739EF2DCBF8D}" type="sibTrans" cxnId="{0565C65C-A9E1-4650-BA17-4DC2F1DEC7E0}">
      <dgm:prSet/>
      <dgm:spPr/>
      <dgm:t>
        <a:bodyPr/>
        <a:lstStyle/>
        <a:p>
          <a:endParaRPr lang="en-US"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a:endParaRPr>
        </a:p>
      </dgm:t>
    </dgm:pt>
    <dgm:pt modelId="{B24D763A-F1A7-4FD6-9C26-6709261CBD13}">
      <dgm:prSet/>
      <dgm:spPr/>
      <dgm:t>
        <a:bodyPr/>
        <a:lstStyle/>
        <a:p>
          <a:r>
            <a:rPr lang="en-US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rPr>
            <a:t>Sales &amp; Marketing</a:t>
          </a:r>
        </a:p>
      </dgm:t>
    </dgm:pt>
    <dgm:pt modelId="{EF558838-DAE6-432D-9C28-CFA027617E01}" type="parTrans" cxnId="{CC99A56E-F733-41DB-B12C-841251510745}">
      <dgm:prSet/>
      <dgm:spPr/>
      <dgm:t>
        <a:bodyPr/>
        <a:lstStyle/>
        <a:p>
          <a:endParaRPr lang="en-US"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a:endParaRPr>
        </a:p>
      </dgm:t>
    </dgm:pt>
    <dgm:pt modelId="{08DDA100-D8E9-455B-AC56-395216BA5DAE}" type="sibTrans" cxnId="{CC99A56E-F733-41DB-B12C-841251510745}">
      <dgm:prSet/>
      <dgm:spPr/>
      <dgm:t>
        <a:bodyPr/>
        <a:lstStyle/>
        <a:p>
          <a:endParaRPr lang="en-US"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a:endParaRPr>
        </a:p>
      </dgm:t>
    </dgm:pt>
    <dgm:pt modelId="{49763A01-A758-4F07-AE55-685BB8E5AFB8}">
      <dgm:prSet/>
      <dgm:spPr>
        <a:solidFill>
          <a:srgbClr val="002060">
            <a:alpha val="50000"/>
          </a:srgbClr>
        </a:solidFill>
      </dgm:spPr>
      <dgm:t>
        <a:bodyPr/>
        <a:lstStyle/>
        <a:p>
          <a:r>
            <a:rPr lang="en-US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rPr>
            <a:t>Administration &amp; Human Resources</a:t>
          </a:r>
        </a:p>
      </dgm:t>
    </dgm:pt>
    <dgm:pt modelId="{5C1C2887-06D6-4408-AF49-AEDFBAC29424}" type="parTrans" cxnId="{CC456E8A-B40C-4AD1-A7FE-993BB4497057}">
      <dgm:prSet/>
      <dgm:spPr/>
      <dgm:t>
        <a:bodyPr/>
        <a:lstStyle/>
        <a:p>
          <a:endParaRPr lang="en-US"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a:endParaRPr>
        </a:p>
      </dgm:t>
    </dgm:pt>
    <dgm:pt modelId="{DAB7E97E-4770-44F3-8B22-260FAC16E015}" type="sibTrans" cxnId="{CC456E8A-B40C-4AD1-A7FE-993BB4497057}">
      <dgm:prSet/>
      <dgm:spPr/>
      <dgm:t>
        <a:bodyPr/>
        <a:lstStyle/>
        <a:p>
          <a:endParaRPr lang="en-US"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a:endParaRPr>
        </a:p>
      </dgm:t>
    </dgm:pt>
    <dgm:pt modelId="{06E82C79-4004-4EAC-8693-7657163087F6}" type="pres">
      <dgm:prSet presAssocID="{6BD570B6-6ED5-41DE-BD2B-80A9F1550FE0}" presName="compositeShape" presStyleCnt="0">
        <dgm:presLayoutVars>
          <dgm:chMax val="7"/>
          <dgm:dir/>
          <dgm:resizeHandles val="exact"/>
        </dgm:presLayoutVars>
      </dgm:prSet>
      <dgm:spPr/>
    </dgm:pt>
    <dgm:pt modelId="{91C393BD-8307-4CEE-9DC4-112F430EBCE4}" type="pres">
      <dgm:prSet presAssocID="{29D56C8A-8562-44EA-B5E7-64BBB7AD5F7B}" presName="circ1" presStyleLbl="vennNode1" presStyleIdx="0" presStyleCnt="3"/>
      <dgm:spPr/>
    </dgm:pt>
    <dgm:pt modelId="{92409C65-5730-4B45-9FF1-FCDEE070293E}" type="pres">
      <dgm:prSet presAssocID="{29D56C8A-8562-44EA-B5E7-64BBB7AD5F7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F599E78-B84E-4834-B52C-711B1FC78E98}" type="pres">
      <dgm:prSet presAssocID="{B24D763A-F1A7-4FD6-9C26-6709261CBD13}" presName="circ2" presStyleLbl="vennNode1" presStyleIdx="1" presStyleCnt="3"/>
      <dgm:spPr/>
    </dgm:pt>
    <dgm:pt modelId="{41855B79-0456-46FF-B536-9EAD70F2D3DF}" type="pres">
      <dgm:prSet presAssocID="{B24D763A-F1A7-4FD6-9C26-6709261CBD1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C1B6760-809F-4DAA-A22C-DC9E2277C5E3}" type="pres">
      <dgm:prSet presAssocID="{49763A01-A758-4F07-AE55-685BB8E5AFB8}" presName="circ3" presStyleLbl="vennNode1" presStyleIdx="2" presStyleCnt="3"/>
      <dgm:spPr/>
    </dgm:pt>
    <dgm:pt modelId="{9145F4F2-44DD-43B7-9468-E41C6CE54639}" type="pres">
      <dgm:prSet presAssocID="{49763A01-A758-4F07-AE55-685BB8E5AFB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6F84916-2700-4DB3-95D7-7F4AC34AE006}" type="presOf" srcId="{29D56C8A-8562-44EA-B5E7-64BBB7AD5F7B}" destId="{92409C65-5730-4B45-9FF1-FCDEE070293E}" srcOrd="1" destOrd="0" presId="urn:microsoft.com/office/officeart/2005/8/layout/venn1"/>
    <dgm:cxn modelId="{0565C65C-A9E1-4650-BA17-4DC2F1DEC7E0}" srcId="{6BD570B6-6ED5-41DE-BD2B-80A9F1550FE0}" destId="{29D56C8A-8562-44EA-B5E7-64BBB7AD5F7B}" srcOrd="0" destOrd="0" parTransId="{2873BD35-DD3C-43A5-A08B-7879FA180C2C}" sibTransId="{0B513E39-0919-4F57-B214-739EF2DCBF8D}"/>
    <dgm:cxn modelId="{F920D547-1B0F-424E-8BD1-8F3464113A6B}" type="presOf" srcId="{B24D763A-F1A7-4FD6-9C26-6709261CBD13}" destId="{6F599E78-B84E-4834-B52C-711B1FC78E98}" srcOrd="0" destOrd="0" presId="urn:microsoft.com/office/officeart/2005/8/layout/venn1"/>
    <dgm:cxn modelId="{CC99A56E-F733-41DB-B12C-841251510745}" srcId="{6BD570B6-6ED5-41DE-BD2B-80A9F1550FE0}" destId="{B24D763A-F1A7-4FD6-9C26-6709261CBD13}" srcOrd="1" destOrd="0" parTransId="{EF558838-DAE6-432D-9C28-CFA027617E01}" sibTransId="{08DDA100-D8E9-455B-AC56-395216BA5DAE}"/>
    <dgm:cxn modelId="{CB3BBA82-89B3-41AC-83A2-E67328652797}" type="presOf" srcId="{6BD570B6-6ED5-41DE-BD2B-80A9F1550FE0}" destId="{06E82C79-4004-4EAC-8693-7657163087F6}" srcOrd="0" destOrd="0" presId="urn:microsoft.com/office/officeart/2005/8/layout/venn1"/>
    <dgm:cxn modelId="{CC456E8A-B40C-4AD1-A7FE-993BB4497057}" srcId="{6BD570B6-6ED5-41DE-BD2B-80A9F1550FE0}" destId="{49763A01-A758-4F07-AE55-685BB8E5AFB8}" srcOrd="2" destOrd="0" parTransId="{5C1C2887-06D6-4408-AF49-AEDFBAC29424}" sibTransId="{DAB7E97E-4770-44F3-8B22-260FAC16E015}"/>
    <dgm:cxn modelId="{6538CAC7-1925-4BBC-ACA7-599B1FBE2140}" type="presOf" srcId="{29D56C8A-8562-44EA-B5E7-64BBB7AD5F7B}" destId="{91C393BD-8307-4CEE-9DC4-112F430EBCE4}" srcOrd="0" destOrd="0" presId="urn:microsoft.com/office/officeart/2005/8/layout/venn1"/>
    <dgm:cxn modelId="{59DE59DB-6696-4C60-87DE-921F06588E47}" type="presOf" srcId="{49763A01-A758-4F07-AE55-685BB8E5AFB8}" destId="{AC1B6760-809F-4DAA-A22C-DC9E2277C5E3}" srcOrd="0" destOrd="0" presId="urn:microsoft.com/office/officeart/2005/8/layout/venn1"/>
    <dgm:cxn modelId="{0FBB69FA-ADD8-4CC7-9734-E416BBB0C6CF}" type="presOf" srcId="{B24D763A-F1A7-4FD6-9C26-6709261CBD13}" destId="{41855B79-0456-46FF-B536-9EAD70F2D3DF}" srcOrd="1" destOrd="0" presId="urn:microsoft.com/office/officeart/2005/8/layout/venn1"/>
    <dgm:cxn modelId="{8D25BDFB-6423-47F4-97D1-5E965571664E}" type="presOf" srcId="{49763A01-A758-4F07-AE55-685BB8E5AFB8}" destId="{9145F4F2-44DD-43B7-9468-E41C6CE54639}" srcOrd="1" destOrd="0" presId="urn:microsoft.com/office/officeart/2005/8/layout/venn1"/>
    <dgm:cxn modelId="{FE5C8556-1941-4A94-857F-74AD8BF3584D}" type="presParOf" srcId="{06E82C79-4004-4EAC-8693-7657163087F6}" destId="{91C393BD-8307-4CEE-9DC4-112F430EBCE4}" srcOrd="0" destOrd="0" presId="urn:microsoft.com/office/officeart/2005/8/layout/venn1"/>
    <dgm:cxn modelId="{066428FD-1876-484A-ADB2-2404CB2DA213}" type="presParOf" srcId="{06E82C79-4004-4EAC-8693-7657163087F6}" destId="{92409C65-5730-4B45-9FF1-FCDEE070293E}" srcOrd="1" destOrd="0" presId="urn:microsoft.com/office/officeart/2005/8/layout/venn1"/>
    <dgm:cxn modelId="{9D993A60-9AA0-426E-8782-C87DF87074FF}" type="presParOf" srcId="{06E82C79-4004-4EAC-8693-7657163087F6}" destId="{6F599E78-B84E-4834-B52C-711B1FC78E98}" srcOrd="2" destOrd="0" presId="urn:microsoft.com/office/officeart/2005/8/layout/venn1"/>
    <dgm:cxn modelId="{2032912C-5E0E-48EE-B5E9-B32C1428D933}" type="presParOf" srcId="{06E82C79-4004-4EAC-8693-7657163087F6}" destId="{41855B79-0456-46FF-B536-9EAD70F2D3DF}" srcOrd="3" destOrd="0" presId="urn:microsoft.com/office/officeart/2005/8/layout/venn1"/>
    <dgm:cxn modelId="{1DF7391A-6BA8-4498-9DA4-570F4AC694B1}" type="presParOf" srcId="{06E82C79-4004-4EAC-8693-7657163087F6}" destId="{AC1B6760-809F-4DAA-A22C-DC9E2277C5E3}" srcOrd="4" destOrd="0" presId="urn:microsoft.com/office/officeart/2005/8/layout/venn1"/>
    <dgm:cxn modelId="{0D2E0D0E-AA3C-4554-AD30-E96BC41C9BF2}" type="presParOf" srcId="{06E82C79-4004-4EAC-8693-7657163087F6}" destId="{9145F4F2-44DD-43B7-9468-E41C6CE54639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1BDA-C63C-4F43-AB93-2CD1CF675B13}">
      <dsp:nvSpPr>
        <dsp:cNvPr id="0" name=""/>
        <dsp:cNvSpPr/>
      </dsp:nvSpPr>
      <dsp:spPr>
        <a:xfrm>
          <a:off x="4891881" y="1096696"/>
          <a:ext cx="2648166" cy="459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799"/>
              </a:lnTo>
              <a:lnTo>
                <a:pt x="2648166" y="229799"/>
              </a:lnTo>
              <a:lnTo>
                <a:pt x="2648166" y="45959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79B3F4-DF6F-4914-A857-5DA921C43B72}">
      <dsp:nvSpPr>
        <dsp:cNvPr id="0" name=""/>
        <dsp:cNvSpPr/>
      </dsp:nvSpPr>
      <dsp:spPr>
        <a:xfrm>
          <a:off x="3983625" y="2650579"/>
          <a:ext cx="908255" cy="656570"/>
        </a:xfrm>
        <a:custGeom>
          <a:avLst/>
          <a:gdLst/>
          <a:ahLst/>
          <a:cxnLst/>
          <a:rect l="0" t="0" r="0" b="0"/>
          <a:pathLst>
            <a:path>
              <a:moveTo>
                <a:pt x="908255" y="0"/>
              </a:moveTo>
              <a:lnTo>
                <a:pt x="908255" y="656570"/>
              </a:lnTo>
              <a:lnTo>
                <a:pt x="0" y="656570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71D895-5CEB-4F59-95AC-F6642385DF32}">
      <dsp:nvSpPr>
        <dsp:cNvPr id="0" name=""/>
        <dsp:cNvSpPr/>
      </dsp:nvSpPr>
      <dsp:spPr>
        <a:xfrm>
          <a:off x="4846161" y="1096696"/>
          <a:ext cx="91440" cy="4595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959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3D9C3-D784-436F-8372-CB21554982C8}">
      <dsp:nvSpPr>
        <dsp:cNvPr id="0" name=""/>
        <dsp:cNvSpPr/>
      </dsp:nvSpPr>
      <dsp:spPr>
        <a:xfrm>
          <a:off x="2243714" y="1096696"/>
          <a:ext cx="2648166" cy="459599"/>
        </a:xfrm>
        <a:custGeom>
          <a:avLst/>
          <a:gdLst/>
          <a:ahLst/>
          <a:cxnLst/>
          <a:rect l="0" t="0" r="0" b="0"/>
          <a:pathLst>
            <a:path>
              <a:moveTo>
                <a:pt x="2648166" y="0"/>
              </a:moveTo>
              <a:lnTo>
                <a:pt x="2648166" y="229799"/>
              </a:lnTo>
              <a:lnTo>
                <a:pt x="0" y="229799"/>
              </a:lnTo>
              <a:lnTo>
                <a:pt x="0" y="459599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C9B4C5-37F8-4FA8-9D22-8CB68BF843EF}">
      <dsp:nvSpPr>
        <dsp:cNvPr id="0" name=""/>
        <dsp:cNvSpPr/>
      </dsp:nvSpPr>
      <dsp:spPr>
        <a:xfrm>
          <a:off x="4344739" y="2412"/>
          <a:ext cx="1094283" cy="1094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62487B-423A-49F8-B8BD-F30C8C6703B5}">
      <dsp:nvSpPr>
        <dsp:cNvPr id="0" name=""/>
        <dsp:cNvSpPr/>
      </dsp:nvSpPr>
      <dsp:spPr>
        <a:xfrm>
          <a:off x="4344739" y="2412"/>
          <a:ext cx="1094283" cy="1094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84830-A96C-46EA-BAAC-9022409665AB}">
      <dsp:nvSpPr>
        <dsp:cNvPr id="0" name=""/>
        <dsp:cNvSpPr/>
      </dsp:nvSpPr>
      <dsp:spPr>
        <a:xfrm>
          <a:off x="3797597" y="199383"/>
          <a:ext cx="2188567" cy="70034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Joan</a:t>
          </a:r>
        </a:p>
      </dsp:txBody>
      <dsp:txXfrm>
        <a:off x="3797597" y="199383"/>
        <a:ext cx="2188567" cy="700341"/>
      </dsp:txXfrm>
    </dsp:sp>
    <dsp:sp modelId="{B506FBD7-77A9-4444-B727-F53E53081F20}">
      <dsp:nvSpPr>
        <dsp:cNvPr id="0" name=""/>
        <dsp:cNvSpPr/>
      </dsp:nvSpPr>
      <dsp:spPr>
        <a:xfrm>
          <a:off x="1696572" y="1556295"/>
          <a:ext cx="1094283" cy="1094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CF3698-94CA-42B2-B57E-51EB04D48A88}">
      <dsp:nvSpPr>
        <dsp:cNvPr id="0" name=""/>
        <dsp:cNvSpPr/>
      </dsp:nvSpPr>
      <dsp:spPr>
        <a:xfrm>
          <a:off x="1696572" y="1556295"/>
          <a:ext cx="1094283" cy="1094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5F2D8-4F3E-47E3-AE8B-99311742890D}">
      <dsp:nvSpPr>
        <dsp:cNvPr id="0" name=""/>
        <dsp:cNvSpPr/>
      </dsp:nvSpPr>
      <dsp:spPr>
        <a:xfrm>
          <a:off x="1149430" y="1753266"/>
          <a:ext cx="2188567" cy="70034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Becca</a:t>
          </a:r>
        </a:p>
      </dsp:txBody>
      <dsp:txXfrm>
        <a:off x="1149430" y="1753266"/>
        <a:ext cx="2188567" cy="700341"/>
      </dsp:txXfrm>
    </dsp:sp>
    <dsp:sp modelId="{88E0FE1C-5AF4-408E-B925-299E133595B2}">
      <dsp:nvSpPr>
        <dsp:cNvPr id="0" name=""/>
        <dsp:cNvSpPr/>
      </dsp:nvSpPr>
      <dsp:spPr>
        <a:xfrm>
          <a:off x="4344739" y="1556295"/>
          <a:ext cx="1094283" cy="1094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A3A75B-20B9-4680-BE1A-4A360658FC65}">
      <dsp:nvSpPr>
        <dsp:cNvPr id="0" name=""/>
        <dsp:cNvSpPr/>
      </dsp:nvSpPr>
      <dsp:spPr>
        <a:xfrm>
          <a:off x="4344739" y="1556295"/>
          <a:ext cx="1094283" cy="1094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7BECE-71D6-43BF-89C7-0F656DC72641}">
      <dsp:nvSpPr>
        <dsp:cNvPr id="0" name=""/>
        <dsp:cNvSpPr/>
      </dsp:nvSpPr>
      <dsp:spPr>
        <a:xfrm>
          <a:off x="3797597" y="1753266"/>
          <a:ext cx="2188567" cy="70034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Madeline</a:t>
          </a:r>
        </a:p>
      </dsp:txBody>
      <dsp:txXfrm>
        <a:off x="3797597" y="1753266"/>
        <a:ext cx="2188567" cy="700341"/>
      </dsp:txXfrm>
    </dsp:sp>
    <dsp:sp modelId="{FC1AF39E-30E3-4C4A-B2A5-908CC321B2AA}">
      <dsp:nvSpPr>
        <dsp:cNvPr id="0" name=""/>
        <dsp:cNvSpPr/>
      </dsp:nvSpPr>
      <dsp:spPr>
        <a:xfrm>
          <a:off x="3020656" y="3110178"/>
          <a:ext cx="1094283" cy="1094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ECF446-537A-4F4C-96D7-3431D73AAF58}">
      <dsp:nvSpPr>
        <dsp:cNvPr id="0" name=""/>
        <dsp:cNvSpPr/>
      </dsp:nvSpPr>
      <dsp:spPr>
        <a:xfrm>
          <a:off x="3020656" y="3110178"/>
          <a:ext cx="1094283" cy="1094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9B138-899B-4390-BB19-C8079D220CFA}">
      <dsp:nvSpPr>
        <dsp:cNvPr id="0" name=""/>
        <dsp:cNvSpPr/>
      </dsp:nvSpPr>
      <dsp:spPr>
        <a:xfrm>
          <a:off x="2473514" y="3307149"/>
          <a:ext cx="2188567" cy="70034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Bella</a:t>
          </a:r>
        </a:p>
      </dsp:txBody>
      <dsp:txXfrm>
        <a:off x="2473514" y="3307149"/>
        <a:ext cx="2188567" cy="700341"/>
      </dsp:txXfrm>
    </dsp:sp>
    <dsp:sp modelId="{75D0530D-4A00-4CD5-902B-254CAFA8344A}">
      <dsp:nvSpPr>
        <dsp:cNvPr id="0" name=""/>
        <dsp:cNvSpPr/>
      </dsp:nvSpPr>
      <dsp:spPr>
        <a:xfrm>
          <a:off x="6992906" y="1556295"/>
          <a:ext cx="1094283" cy="1094283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81BEF0-48A5-463A-BFC8-4F0691EA1E31}">
      <dsp:nvSpPr>
        <dsp:cNvPr id="0" name=""/>
        <dsp:cNvSpPr/>
      </dsp:nvSpPr>
      <dsp:spPr>
        <a:xfrm>
          <a:off x="6992906" y="1556295"/>
          <a:ext cx="1094283" cy="1094283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24865-158B-4EEA-A704-6894CF0F9951}">
      <dsp:nvSpPr>
        <dsp:cNvPr id="0" name=""/>
        <dsp:cNvSpPr/>
      </dsp:nvSpPr>
      <dsp:spPr>
        <a:xfrm>
          <a:off x="6445764" y="1753266"/>
          <a:ext cx="2188567" cy="70034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Penny</a:t>
          </a:r>
        </a:p>
      </dsp:txBody>
      <dsp:txXfrm>
        <a:off x="6445764" y="1753266"/>
        <a:ext cx="2188567" cy="700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393BD-8307-4CEE-9DC4-112F430EBCE4}">
      <dsp:nvSpPr>
        <dsp:cNvPr id="0" name=""/>
        <dsp:cNvSpPr/>
      </dsp:nvSpPr>
      <dsp:spPr>
        <a:xfrm>
          <a:off x="3630167" y="52577"/>
          <a:ext cx="2523744" cy="2523744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rPr>
            <a:t>Research &amp; Development</a:t>
          </a:r>
        </a:p>
      </dsp:txBody>
      <dsp:txXfrm>
        <a:off x="3966667" y="494233"/>
        <a:ext cx="1850745" cy="1135684"/>
      </dsp:txXfrm>
    </dsp:sp>
    <dsp:sp modelId="{6F599E78-B84E-4834-B52C-711B1FC78E98}">
      <dsp:nvSpPr>
        <dsp:cNvPr id="0" name=""/>
        <dsp:cNvSpPr/>
      </dsp:nvSpPr>
      <dsp:spPr>
        <a:xfrm>
          <a:off x="4540818" y="1629918"/>
          <a:ext cx="2523744" cy="2523744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rPr>
            <a:t>Sales &amp; Marketing</a:t>
          </a:r>
        </a:p>
      </dsp:txBody>
      <dsp:txXfrm>
        <a:off x="5312664" y="2281885"/>
        <a:ext cx="1514246" cy="1388059"/>
      </dsp:txXfrm>
    </dsp:sp>
    <dsp:sp modelId="{AC1B6760-809F-4DAA-A22C-DC9E2277C5E3}">
      <dsp:nvSpPr>
        <dsp:cNvPr id="0" name=""/>
        <dsp:cNvSpPr/>
      </dsp:nvSpPr>
      <dsp:spPr>
        <a:xfrm>
          <a:off x="2719517" y="1629918"/>
          <a:ext cx="2523744" cy="2523744"/>
        </a:xfrm>
        <a:prstGeom prst="ellipse">
          <a:avLst/>
        </a:prstGeom>
        <a:solidFill>
          <a:srgbClr val="002060">
            <a:alpha val="50000"/>
          </a:srgb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rPr>
            <a:t>Administration &amp; Human Resources</a:t>
          </a:r>
        </a:p>
      </dsp:txBody>
      <dsp:txXfrm>
        <a:off x="2957169" y="2281885"/>
        <a:ext cx="1514246" cy="1388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FC214389-F4DA-4DAF-9B29-D8DE50566963}" type="slidenum">
              <a:rPr/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001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 dirty="0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Click to edit Master text styles</a:t>
            </a:r>
            <a:endParaRPr lang="en-US"/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401AA26B-5E4E-4129-A89C-394A954597AD}" type="slidenum">
              <a:rPr/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150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30BD-BC74-44B8-90FA-E3F7015DB404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47493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C459C-60CE-4756-80B8-DC516B1118AF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707603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4651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55948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047A-B30F-4241-A82B-F4F5629E5D80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1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8DB-1D2F-4BBF-A6AB-4A7F8376B1CB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24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7461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67182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230742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26096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A2C58-682A-4105-BB6B-F2E9745E80DD}" type="slidenum">
              <a:rPr lang="en-US" altLang="x-none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8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133301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4" name="drumroll.wav"/>
          </p:stSnd>
        </p:sndAc>
      </p:transition>
    </mc:Choice>
    <mc:Fallback xmlns="">
      <p:transition spd="slow" advClick="0" advTm="4000">
        <p:fade/>
        <p:sndAc>
          <p:stSnd>
            <p:snd r:embed="rId15" name="drumroll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x-none"/>
              <a:t>Status Meeting</a:t>
            </a: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x-none"/>
              <a:t>Blue Yonder Airlines</a:t>
            </a:r>
            <a:endParaRPr lang="en-US"/>
          </a:p>
          <a:p>
            <a:endParaRPr lang="en-US" altLang="x-non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How Are We Doing?</a:t>
            </a:r>
            <a:endParaRPr lang="en-US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Department heads will give an overview of their performance against their objectives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Organizational Overview</a:t>
            </a:r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288FA71-4D50-48CD-81A6-4EA6649E2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134892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8" name="drumroll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Key Spending Areas</a:t>
            </a: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603B42-3F18-41C5-848C-246151197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9053454"/>
              </p:ext>
            </p:extLst>
          </p:nvPr>
        </p:nvGraphicFramePr>
        <p:xfrm>
          <a:off x="1202919" y="2011680"/>
          <a:ext cx="97840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8" name="drumroll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J75KEXXRD6TM-2-15971</_dlc_DocId>
    <_dlc_DocIdUrl xmlns="26fae966-843c-4d4f-81a0-161e61761eff">
      <Url>https://otsi.sharepoint.com/sites/archives/_layouts/15/DocIdRedir.aspx?ID=J75KEXXRD6TM-2-15971</Url>
      <Description>J75KEXXRD6TM-2-15971</Description>
    </_dlc_DocIdUrl>
  </documentManagement>
</p:properties>
</file>

<file path=customXml/itemProps1.xml><?xml version="1.0" encoding="utf-8"?>
<ds:datastoreItem xmlns:ds="http://schemas.openxmlformats.org/officeDocument/2006/customXml" ds:itemID="{72582795-3451-4B58-AA14-D1BCAB6EA6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B2E5D7-FC05-452C-BD44-944ABA5A45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BB981D-366B-40CB-B82D-BD2855ED2A8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5FA8DD6-D06C-46F1-B151-D119BD27C66D}">
  <ds:schemaRefs>
    <ds:schemaRef ds:uri="http://schemas.microsoft.com/office/2006/metadata/properties"/>
    <ds:schemaRef ds:uri="b4863681-c067-4c62-bc75-95bf3ac03d16"/>
    <ds:schemaRef ds:uri="26fae966-843c-4d4f-81a0-161e61761e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0</TotalTime>
  <Words>42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Corbel</vt:lpstr>
      <vt:lpstr>Times New Roman</vt:lpstr>
      <vt:lpstr>Wingdings</vt:lpstr>
      <vt:lpstr>Banded</vt:lpstr>
      <vt:lpstr>Status Meeting</vt:lpstr>
      <vt:lpstr>How Are We Doing?</vt:lpstr>
      <vt:lpstr>Organizational Overview</vt:lpstr>
      <vt:lpstr>Key Spending Areas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2010-10-12T17:53:45Z</dcterms:created>
  <dcterms:modified xsi:type="dcterms:W3CDTF">2020-06-04T03:22:52Z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711e1a4b-8478-49ac-b3e5-014f2937faa9</vt:lpwstr>
  </property>
</Properties>
</file>