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sldIdLst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342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Jan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Minimum</c:v>
                </c:pt>
                <c:pt idx="1">
                  <c:v>Average</c:v>
                </c:pt>
                <c:pt idx="2">
                  <c:v>Maximum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</c:v>
                </c:pt>
                <c:pt idx="1">
                  <c:v>35</c:v>
                </c:pt>
                <c:pt idx="2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D8-4F96-9F44-0E411A6168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April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Minimum</c:v>
                </c:pt>
                <c:pt idx="1">
                  <c:v>Average</c:v>
                </c:pt>
                <c:pt idx="2">
                  <c:v>Maximum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41</c:v>
                </c:pt>
                <c:pt idx="1">
                  <c:v>53</c:v>
                </c:pt>
                <c:pt idx="2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D8-4F96-9F44-0E411A6168E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July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Minimum</c:v>
                </c:pt>
                <c:pt idx="1">
                  <c:v>Average</c:v>
                </c:pt>
                <c:pt idx="2">
                  <c:v>Maximum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61</c:v>
                </c:pt>
                <c:pt idx="1">
                  <c:v>75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D8-4F96-9F44-0E411A6168E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Oct</c:v>
                </c:pt>
              </c:strCache>
            </c:strRef>
          </c:tx>
          <c:invertIfNegative val="0"/>
          <c:cat>
            <c:strRef>
              <c:f>Sheet1!$A$2:$A$4</c:f>
              <c:strCache>
                <c:ptCount val="3"/>
                <c:pt idx="0">
                  <c:v>Minimum</c:v>
                </c:pt>
                <c:pt idx="1">
                  <c:v>Average</c:v>
                </c:pt>
                <c:pt idx="2">
                  <c:v>Maximum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44</c:v>
                </c:pt>
                <c:pt idx="1">
                  <c:v>55</c:v>
                </c:pt>
                <c:pt idx="2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CD8-4F96-9F44-0E411A6168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71822736"/>
        <c:axId val="571820016"/>
      </c:barChart>
      <c:catAx>
        <c:axId val="5718227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571820016"/>
        <c:crosses val="autoZero"/>
        <c:auto val="1"/>
        <c:lblAlgn val="ctr"/>
        <c:lblOffset val="100"/>
        <c:noMultiLvlLbl val="0"/>
      </c:catAx>
      <c:valAx>
        <c:axId val="5718200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5718227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view3D>
      <c:rotX val="30"/>
      <c:rotY val="0"/>
      <c:rAngAx val="0"/>
    </c:view3D>
    <c:floor>
      <c:thickness val="0"/>
    </c:floor>
    <c:sideWall>
      <c:thickness val="0"/>
    </c:sideWall>
    <c:backWall>
      <c:thickness val="0"/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Good</c:v>
                </c:pt>
                <c:pt idx="1">
                  <c:v>Moderate</c:v>
                </c:pt>
                <c:pt idx="2">
                  <c:v>Unhealthy for sensitive groups</c:v>
                </c:pt>
                <c:pt idx="3">
                  <c:v>Unhealthy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260</c:v>
                </c:pt>
                <c:pt idx="1">
                  <c:v>73</c:v>
                </c:pt>
                <c:pt idx="2">
                  <c:v>21</c:v>
                </c:pt>
                <c:pt idx="3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4C-4ECD-96AA-011415F093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" name="Rectangle 46"/>
          <p:cNvSpPr/>
          <p:nvPr/>
        </p:nvSpPr>
        <p:spPr>
          <a:xfrm>
            <a:off x="6198795" y="-21511"/>
            <a:ext cx="46736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1154" y="2708476"/>
            <a:ext cx="4417807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1154" y="4421081"/>
            <a:ext cx="4413071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18325" y="1516829"/>
            <a:ext cx="28448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360" y="5719967"/>
            <a:ext cx="3775456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98795" y="5719967"/>
            <a:ext cx="858221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194" y="2900830"/>
            <a:ext cx="8849957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8194" y="4267201"/>
            <a:ext cx="8849956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89888" y="2313432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313431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815" y="2316009"/>
            <a:ext cx="407619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961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2450" y="2316010"/>
            <a:ext cx="4074289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536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" name="Rectangle 56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859" y="856527"/>
            <a:ext cx="4120587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9777" y="2657435"/>
            <a:ext cx="4406096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5456" y="4136994"/>
            <a:ext cx="4398379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" name="Rectangle 10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2" name="Rectangle 101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5" name="Rectangle 104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565" y="2660904"/>
            <a:ext cx="4401312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0278" y="693795"/>
            <a:ext cx="4479497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2841" y="4133089"/>
            <a:ext cx="4400764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1030147"/>
            <a:ext cx="1979271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04395" y="1030147"/>
            <a:ext cx="7231605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6400" y="0"/>
            <a:ext cx="13243109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09600" y="333488"/>
            <a:ext cx="109728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" name="Rectangle 69"/>
          <p:cNvSpPr/>
          <p:nvPr/>
        </p:nvSpPr>
        <p:spPr>
          <a:xfrm>
            <a:off x="6081656" y="-21511"/>
            <a:ext cx="4905488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" name="Rectangle 7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1320" y="1027664"/>
            <a:ext cx="9366325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1323" y="2323652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6517" y="22449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A7F4E499-A6D6-454F-B806-A2CE1FE2F561}" type="datetimeFigureOut">
              <a:rPr lang="en-US" smtClean="0"/>
              <a:t>6/3/2020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88597" y="5852161"/>
            <a:ext cx="4669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98795" y="224492"/>
            <a:ext cx="1776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AA2C057C-2049-4FA2-974F-533D2B7D856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753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4882324"/>
              </p:ext>
            </p:extLst>
          </p:nvPr>
        </p:nvGraphicFramePr>
        <p:xfrm>
          <a:off x="1752600" y="1524000"/>
          <a:ext cx="8616958" cy="44608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968030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Air quality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6141935"/>
              </p:ext>
            </p:extLst>
          </p:nvPr>
        </p:nvGraphicFramePr>
        <p:xfrm>
          <a:off x="1555663" y="1905000"/>
          <a:ext cx="9037638" cy="35083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69691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>
  <documentManagement>
    <_dlc_DocId xmlns="26fae966-843c-4d4f-81a0-161e61761eff">J75KEXXRD6TM-2-15969</_dlc_DocId>
    <_dlc_DocIdUrl xmlns="26fae966-843c-4d4f-81a0-161e61761eff">
      <Url>https://otsi.sharepoint.com/sites/archives/_layouts/15/DocIdRedir.aspx?ID=J75KEXXRD6TM-2-15969</Url>
      <Description>J75KEXXRD6TM-2-15969</Description>
    </_dlc_DocIdUrl>
  </documentManagement>
</p:properties>
</file>

<file path=customXml/itemProps1.xml><?xml version="1.0" encoding="utf-8"?>
<ds:datastoreItem xmlns:ds="http://schemas.openxmlformats.org/officeDocument/2006/customXml" ds:itemID="{CE13A570-C955-4261-81A2-043284E7D2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61765A-882F-4F00-BACA-E7BC216E9EFD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7C6EE473-84D2-4AF1-BE6D-D54F7EAEB3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01D83AF9-5883-4908-BAB3-8D7C9ED63EC9}">
  <ds:schemaRefs>
    <ds:schemaRef ds:uri="b4863681-c067-4c62-bc75-95bf3ac03d16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26fae966-843c-4d4f-81a0-161e61761eff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828</TotalTime>
  <Words>4</Words>
  <Application>Microsoft Office PowerPoint</Application>
  <PresentationFormat>Widescreen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Century Gothic</vt:lpstr>
      <vt:lpstr>Wingdings 2</vt:lpstr>
      <vt:lpstr>Austin</vt:lpstr>
      <vt:lpstr>PowerPoint Presentation</vt:lpstr>
      <vt:lpstr>PowerPoint Presentation</vt:lpstr>
      <vt:lpstr>Air quality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Water-Saving Strategies</dc:title>
  <dc:creator>Sidney Higa</dc:creator>
  <cp:lastModifiedBy>Joan Lambert</cp:lastModifiedBy>
  <cp:revision>26</cp:revision>
  <dcterms:created xsi:type="dcterms:W3CDTF">2010-04-07T18:09:45Z</dcterms:created>
  <dcterms:modified xsi:type="dcterms:W3CDTF">2020-06-04T02:54:49Z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0x0101009E1F9B7B5563E546BDCC4FF750137663</vt:lpwstr>
  </property>
  <property fmtid="{D5CDD505-2E9C-101B-9397-08002B2CF9AE}" pid="3" name="_dlc_DocIdItemGuid">
    <vt:lpwstr>36f7a147-cb55-4919-948a-66ae4c37c698</vt:lpwstr>
  </property>
</Properties>
</file>