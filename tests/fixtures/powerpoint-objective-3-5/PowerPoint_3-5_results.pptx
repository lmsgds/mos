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4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5/18/2020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favorite things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5C76F0-705C-4D8C-86FA-F17B49842281}"/>
              </a:ext>
            </a:extLst>
          </p:cNvPr>
          <p:cNvGrpSpPr/>
          <p:nvPr/>
        </p:nvGrpSpPr>
        <p:grpSpPr>
          <a:xfrm>
            <a:off x="1562100" y="2057400"/>
            <a:ext cx="9067800" cy="2743200"/>
            <a:chOff x="1562100" y="2057400"/>
            <a:chExt cx="9067800" cy="2743200"/>
          </a:xfrm>
        </p:grpSpPr>
        <p:sp>
          <p:nvSpPr>
            <p:cNvPr id="10" name="Moon 9"/>
            <p:cNvSpPr/>
            <p:nvPr/>
          </p:nvSpPr>
          <p:spPr>
            <a:xfrm rot="10800000" flipV="1">
              <a:off x="9258300" y="2514600"/>
              <a:ext cx="1371600" cy="1828800"/>
            </a:xfrm>
            <a:prstGeom prst="moon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Sleep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Sun 8"/>
            <p:cNvSpPr/>
            <p:nvPr/>
          </p:nvSpPr>
          <p:spPr>
            <a:xfrm>
              <a:off x="4953000" y="2057400"/>
              <a:ext cx="2743200" cy="2743200"/>
            </a:xfrm>
            <a:prstGeom prst="sun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Nature</a:t>
              </a:r>
            </a:p>
          </p:txBody>
        </p:sp>
        <p:sp>
          <p:nvSpPr>
            <p:cNvPr id="11" name="Heart 10"/>
            <p:cNvSpPr/>
            <p:nvPr/>
          </p:nvSpPr>
          <p:spPr>
            <a:xfrm>
              <a:off x="1562100" y="2514600"/>
              <a:ext cx="1828800" cy="1828800"/>
            </a:xfrm>
            <a:prstGeom prst="hear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Family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24433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J75KEXXRD6TM-2-15954</_dlc_DocId>
    <_dlc_DocIdUrl xmlns="26fae966-843c-4d4f-81a0-161e61761eff">
      <Url>https://otsi.sharepoint.com/sites/archives/_layouts/15/DocIdRedir.aspx?ID=J75KEXXRD6TM-2-15954</Url>
      <Description>J75KEXXRD6TM-2-15954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E5D043-623D-4AF8-BA65-85B3FEAFD3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292537-5206-4ED2-A528-250917D75A63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B22F246D-0994-4504-9891-A7D70FF0B207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customXml/itemProps4.xml><?xml version="1.0" encoding="utf-8"?>
<ds:datastoreItem xmlns:ds="http://schemas.openxmlformats.org/officeDocument/2006/customXml" ds:itemID="{071693E1-9F4C-421A-BABA-C2D3F149F7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10</TotalTime>
  <Words>6</Words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2</vt:lpstr>
      <vt:lpstr>Quotable</vt:lpstr>
      <vt:lpstr>My favorite things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2016-10-09T06:29:19Z</dcterms:created>
  <dcterms:modified xsi:type="dcterms:W3CDTF">2020-05-18T17:41:27Z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75bd021b-c09d-48ed-9b95-d6ca8a9aa48e</vt:lpwstr>
  </property>
</Properties>
</file>