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799" r:id="rId5"/>
  </p:sldMasterIdLst>
  <p:notesMasterIdLst>
    <p:notesMasterId r:id="rId10"/>
  </p:notesMasterIdLst>
  <p:handoutMasterIdLst>
    <p:handoutMasterId r:id="rId11"/>
  </p:handoutMasterIdLst>
  <p:sldIdLst>
    <p:sldId id="256" r:id="rId6"/>
    <p:sldId id="259" r:id="rId7"/>
    <p:sldId id="260" r:id="rId8"/>
    <p:sldId id="26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374E5F"/>
    <a:srgbClr val="A6BCCC"/>
    <a:srgbClr val="000000"/>
    <a:srgbClr val="FFFFCC"/>
    <a:srgbClr val="CC0000"/>
    <a:srgbClr val="000066"/>
    <a:srgbClr val="FFCC00"/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301B821-A1FF-4177-AEE7-76D212191A09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84590" autoAdjust="0"/>
  </p:normalViewPr>
  <p:slideViewPr>
    <p:cSldViewPr>
      <p:cViewPr varScale="1">
        <p:scale>
          <a:sx n="76" d="100"/>
          <a:sy n="76" d="100"/>
        </p:scale>
        <p:origin x="702" y="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1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12700" cap="sq" cmpd="sng" algn="ctr">
            <a:noFill/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anchor="t" compatLnSpc="1"/>
          <a:lstStyle>
            <a:lvl1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  <a:defRPr kumimoji="0" sz="1200" b="0" i="0" u="none" strike="noStrike" baseline="0">
                <a:solidFill>
                  <a:schemeClr val="tx1">
                    <a:alpha val="100000"/>
                  </a:schemeClr>
                </a:solidFill>
                <a:effectLst/>
                <a:latin typeface="Times New Roman"/>
                <a:ea typeface="+mn-ea"/>
                <a:cs typeface="+mn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endParaRPr kumimoji="0" lang="en-US" altLang="x-none" sz="1200" b="0" i="0" u="none" strike="noStrike" baseline="0" dirty="0">
              <a:solidFill>
                <a:schemeClr val="tx1">
                  <a:alpha val="100000"/>
                </a:schemeClr>
              </a:solidFill>
              <a:effectLst/>
              <a:latin typeface="Times New Roman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12700" cap="sq" cmpd="sng" algn="ctr">
            <a:noFill/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anchor="t" compatLnSpc="1"/>
          <a:lstStyle>
            <a:lvl1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  <a:defRPr kumimoji="0" sz="1200" b="0" i="0" u="none" strike="noStrike" baseline="0">
                <a:solidFill>
                  <a:schemeClr val="tx1">
                    <a:alpha val="100000"/>
                  </a:schemeClr>
                </a:solidFill>
                <a:effectLst/>
                <a:latin typeface="Times New Roman"/>
                <a:ea typeface="+mn-ea"/>
                <a:cs typeface="+mn-cs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endParaRPr kumimoji="0" lang="en-US" altLang="x-none" sz="1200" b="0" i="0" u="none" strike="noStrike" baseline="0" dirty="0">
              <a:solidFill>
                <a:schemeClr val="tx1">
                  <a:alpha val="100000"/>
                </a:schemeClr>
              </a:solidFill>
              <a:effectLst/>
              <a:latin typeface="Times New Roman"/>
            </a:endParaRPr>
          </a:p>
        </p:txBody>
      </p:sp>
      <p:sp>
        <p:nvSpPr>
          <p:cNvPr id="235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12700" cap="sq" cmpd="sng" algn="ctr">
            <a:noFill/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anchor="b" compatLnSpc="1"/>
          <a:lstStyle>
            <a:lvl1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  <a:defRPr kumimoji="0" sz="1200" b="0" i="0" u="none" strike="noStrike" baseline="0">
                <a:solidFill>
                  <a:schemeClr val="tx1">
                    <a:alpha val="100000"/>
                  </a:schemeClr>
                </a:solidFill>
                <a:effectLst/>
                <a:latin typeface="Times New Roman"/>
                <a:ea typeface="+mn-ea"/>
                <a:cs typeface="+mn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endParaRPr kumimoji="0" lang="en-US" altLang="x-none" sz="1200" b="0" i="0" u="none" strike="noStrike" baseline="0" dirty="0">
              <a:solidFill>
                <a:schemeClr val="tx1">
                  <a:alpha val="100000"/>
                </a:schemeClr>
              </a:solidFill>
              <a:effectLst/>
              <a:latin typeface="Times New Roman"/>
            </a:endParaRPr>
          </a:p>
        </p:txBody>
      </p:sp>
      <p:sp>
        <p:nvSpPr>
          <p:cNvPr id="235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12700" cap="sq" cmpd="sng" algn="ctr">
            <a:noFill/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anchor="b" compatLnSpc="1"/>
          <a:lstStyle>
            <a:lvl1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  <a:defRPr kumimoji="0" sz="1200" b="0" i="0" u="none" strike="noStrike" baseline="0">
                <a:solidFill>
                  <a:schemeClr val="tx1">
                    <a:alpha val="100000"/>
                  </a:schemeClr>
                </a:solidFill>
                <a:effectLst/>
                <a:latin typeface="Times New Roman"/>
                <a:ea typeface="+mn-ea"/>
                <a:cs typeface="+mn-cs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fld id="{FC214389-F4DA-4DAF-9B29-D8DE50566963}" type="slidenum">
              <a:rPr/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tabLst/>
              </a:pPr>
              <a:t>‹#›</a:t>
            </a:fld>
            <a:endParaRPr kumimoji="0" lang="en-US" altLang="x-none" sz="1200" b="0" i="0" u="none" strike="noStrike" baseline="0" dirty="0">
              <a:solidFill>
                <a:schemeClr val="tx1">
                  <a:alpha val="100000"/>
                </a:schemeClr>
              </a:solidFill>
              <a:effectLst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300117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12700" cap="sq" cmpd="sng" algn="ctr">
            <a:noFill/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anchor="t" compatLnSpc="1"/>
          <a:lstStyle>
            <a:lvl1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  <a:defRPr kumimoji="0" sz="1200" b="0" i="0" u="none" strike="noStrike" baseline="0">
                <a:solidFill>
                  <a:schemeClr val="tx1">
                    <a:alpha val="100000"/>
                  </a:schemeClr>
                </a:solidFill>
                <a:effectLst/>
                <a:latin typeface="Arial"/>
                <a:ea typeface="+mn-ea"/>
                <a:cs typeface="+mn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endParaRPr kumimoji="0" lang="en-US" altLang="x-none" sz="1200" b="0" i="0" u="none" strike="noStrike" baseline="0" dirty="0">
              <a:solidFill>
                <a:schemeClr val="tx1">
                  <a:alpha val="100000"/>
                </a:schemeClr>
              </a:solidFill>
              <a:effectLst/>
              <a:latin typeface="Arial"/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12700" cap="sq" cmpd="sng" algn="ctr">
            <a:noFill/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anchor="t" compatLnSpc="1"/>
          <a:lstStyle>
            <a:lvl1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  <a:defRPr kumimoji="0" sz="1200" b="0" i="0" u="none" strike="noStrike" baseline="0">
                <a:solidFill>
                  <a:schemeClr val="tx1">
                    <a:alpha val="100000"/>
                  </a:schemeClr>
                </a:solidFill>
                <a:effectLst/>
                <a:latin typeface="Arial"/>
                <a:ea typeface="+mn-ea"/>
                <a:cs typeface="+mn-cs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endParaRPr kumimoji="0" lang="en-US" altLang="x-none" sz="1200" b="0" i="0" u="none" strike="noStrike" baseline="0" dirty="0">
              <a:solidFill>
                <a:schemeClr val="tx1">
                  <a:alpha val="100000"/>
                </a:schemeClr>
              </a:solidFill>
              <a:effectLst/>
              <a:latin typeface="Arial"/>
            </a:endParaRPr>
          </a:p>
        </p:txBody>
      </p:sp>
      <p:sp>
        <p:nvSpPr>
          <p:cNvPr id="194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  <a:effectLst/>
        </p:spPr>
        <p:txBody>
          <a:bodyPr vert="horz" wrap="square" lIns="91440" tIns="45720" rIns="91440" bIns="45720" anchor="ctr" compatLnSpc="1"/>
          <a:lstStyle/>
          <a:p>
            <a:endParaRPr lang="en-US" dirty="0"/>
          </a:p>
        </p:txBody>
      </p:sp>
      <p:sp>
        <p:nvSpPr>
          <p:cNvPr id="194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12700" cap="sq" cmpd="sng" algn="ctr">
            <a:noFill/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anchor="t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tabLst/>
            </a:pPr>
            <a:r>
              <a:rPr kumimoji="1" lang="en-US" altLang="x-none" sz="1200" b="0" i="0" u="none" strike="noStrike" baseline="0">
                <a:solidFill>
                  <a:schemeClr val="tx1">
                    <a:alpha val="100000"/>
                  </a:schemeClr>
                </a:solidFill>
                <a:effectLst/>
                <a:latin typeface="Times New Roman"/>
              </a:rPr>
              <a:t>Click to edit Master text styles</a:t>
            </a:r>
            <a:endParaRPr lang="en-US"/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tabLst/>
            </a:pPr>
            <a:r>
              <a:rPr kumimoji="1" lang="en-US" altLang="x-none" sz="1200" b="0" i="0" u="none" strike="noStrike" baseline="0">
                <a:solidFill>
                  <a:schemeClr val="tx1">
                    <a:alpha val="100000"/>
                  </a:schemeClr>
                </a:solidFill>
                <a:effectLst/>
                <a:latin typeface="Times New Roman"/>
              </a:rPr>
              <a:t>Second level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tabLst/>
            </a:pPr>
            <a:r>
              <a:rPr kumimoji="1" lang="en-US" altLang="x-none" sz="1200" b="0" i="0" u="none" strike="noStrike" baseline="0">
                <a:solidFill>
                  <a:schemeClr val="tx1">
                    <a:alpha val="100000"/>
                  </a:schemeClr>
                </a:solidFill>
                <a:effectLst/>
                <a:latin typeface="Times New Roman"/>
              </a:rPr>
              <a:t>Third level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tabLst/>
            </a:pPr>
            <a:r>
              <a:rPr kumimoji="1" lang="en-US" altLang="x-none" sz="1200" b="0" i="0" u="none" strike="noStrike" baseline="0">
                <a:solidFill>
                  <a:schemeClr val="tx1">
                    <a:alpha val="100000"/>
                  </a:schemeClr>
                </a:solidFill>
                <a:effectLst/>
                <a:latin typeface="Times New Roman"/>
              </a:rPr>
              <a:t>Fourth level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tabLst/>
            </a:pPr>
            <a:r>
              <a:rPr kumimoji="1" lang="en-US" altLang="x-none" sz="1200" b="0" i="0" u="none" strike="noStrike" baseline="0">
                <a:solidFill>
                  <a:schemeClr val="tx1">
                    <a:alpha val="100000"/>
                  </a:schemeClr>
                </a:solidFill>
                <a:effectLst/>
                <a:latin typeface="Times New Roman"/>
              </a:rPr>
              <a:t>Fifth level</a:t>
            </a:r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12700" cap="sq" cmpd="sng" algn="ctr">
            <a:noFill/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anchor="b" compatLnSpc="1"/>
          <a:lstStyle>
            <a:lvl1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  <a:defRPr kumimoji="0" sz="1200" b="0" i="0" u="none" strike="noStrike" baseline="0">
                <a:solidFill>
                  <a:schemeClr val="tx1">
                    <a:alpha val="100000"/>
                  </a:schemeClr>
                </a:solidFill>
                <a:effectLst/>
                <a:latin typeface="Arial"/>
                <a:ea typeface="+mn-ea"/>
                <a:cs typeface="+mn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endParaRPr kumimoji="0" lang="en-US" altLang="x-none" sz="1200" b="0" i="0" u="none" strike="noStrike" baseline="0" dirty="0">
              <a:solidFill>
                <a:schemeClr val="tx1">
                  <a:alpha val="100000"/>
                </a:schemeClr>
              </a:solidFill>
              <a:effectLst/>
              <a:latin typeface="Arial"/>
            </a:endParaRPr>
          </a:p>
        </p:txBody>
      </p:sp>
      <p:sp>
        <p:nvSpPr>
          <p:cNvPr id="194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12700" cap="sq" cmpd="sng" algn="ctr">
            <a:noFill/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anchor="b" compatLnSpc="1"/>
          <a:lstStyle>
            <a:lvl1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  <a:defRPr kumimoji="0" sz="1200" b="0" i="0" u="none" strike="noStrike" baseline="0">
                <a:solidFill>
                  <a:schemeClr val="tx1">
                    <a:alpha val="100000"/>
                  </a:schemeClr>
                </a:solidFill>
                <a:effectLst/>
                <a:latin typeface="Arial"/>
                <a:ea typeface="+mn-ea"/>
                <a:cs typeface="+mn-cs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fld id="{401AA26B-5E4E-4129-A89C-394A954597AD}" type="slidenum">
              <a:rPr/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tabLst/>
              </a:pPr>
              <a:t>‹#›</a:t>
            </a:fld>
            <a:endParaRPr kumimoji="0" lang="en-US" altLang="x-none" sz="1200" b="0" i="0" u="none" strike="noStrike" baseline="0" dirty="0">
              <a:solidFill>
                <a:schemeClr val="tx1">
                  <a:alpha val="100000"/>
                </a:schemeClr>
              </a:solidFill>
              <a:effectLst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91508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x-non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x-non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30BD-BC74-44B8-90FA-E3F7015DB404}" type="slidenum">
              <a:rPr lang="en-US" altLang="x-none" smtClean="0"/>
              <a:pPr/>
              <a:t>‹#›</a:t>
            </a:fld>
            <a:endParaRPr lang="en-US" altLang="x-none" dirty="0"/>
          </a:p>
        </p:txBody>
      </p:sp>
    </p:spTree>
    <p:extLst>
      <p:ext uri="{BB962C8B-B14F-4D97-AF65-F5344CB8AC3E}">
        <p14:creationId xmlns:p14="http://schemas.microsoft.com/office/powerpoint/2010/main" val="1474935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prism dir="u" isContent="1"/>
        <p:sndAc>
          <p:stSnd>
            <p:snd r:embed="rId1" name="drumroll.wav"/>
          </p:stSnd>
        </p:sndAc>
      </p:transition>
    </mc:Choice>
    <mc:Fallback xmlns="">
      <p:transition spd="slow" advClick="0" advTm="4000">
        <p:fade/>
        <p:sndAc>
          <p:stSnd>
            <p:snd r:embed="rId3" name="drumroll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C459C-60CE-4756-80B8-DC516B1118AF}" type="slidenum">
              <a:rPr lang="en-US" altLang="x-none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99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prism dir="u" isContent="1"/>
        <p:sndAc>
          <p:stSnd>
            <p:snd r:embed="rId1" name="drumroll.wav"/>
          </p:stSnd>
        </p:sndAc>
      </p:transition>
    </mc:Choice>
    <mc:Fallback xmlns="">
      <p:transition spd="slow" advClick="0" advTm="4000">
        <p:fade/>
        <p:sndAc>
          <p:stSnd>
            <p:snd r:embed="rId3" name="drumroll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altLang="x-non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altLang="x-non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DEA24AE-5EEF-48E2-B64D-7422156780BC}" type="slidenum">
              <a:rPr lang="en-US" altLang="x-none" smtClean="0"/>
              <a:pPr/>
              <a:t>‹#›</a:t>
            </a:fld>
            <a:endParaRPr lang="en-US" altLang="x-none" dirty="0"/>
          </a:p>
        </p:txBody>
      </p:sp>
    </p:spTree>
    <p:extLst>
      <p:ext uri="{BB962C8B-B14F-4D97-AF65-F5344CB8AC3E}">
        <p14:creationId xmlns:p14="http://schemas.microsoft.com/office/powerpoint/2010/main" val="17076030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500">
        <p14:prism dir="u" isContent="1"/>
        <p:sndAc>
          <p:stSnd>
            <p:snd r:embed="rId1" name="drumroll.wav"/>
          </p:stSnd>
        </p:sndAc>
      </p:transition>
    </mc:Choice>
    <mc:Fallback xmlns="">
      <p:transition spd="slow" advClick="0" advTm="4000">
        <p:fade/>
        <p:sndAc>
          <p:stSnd>
            <p:snd r:embed="rId3" name="drumroll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x-non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x-non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A24AE-5EEF-48E2-B64D-7422156780BC}" type="slidenum">
              <a:rPr lang="en-US" altLang="x-none" smtClean="0"/>
              <a:pPr/>
              <a:t>‹#›</a:t>
            </a:fld>
            <a:endParaRPr lang="en-US" altLang="x-none" dirty="0"/>
          </a:p>
        </p:txBody>
      </p:sp>
    </p:spTree>
    <p:extLst>
      <p:ext uri="{BB962C8B-B14F-4D97-AF65-F5344CB8AC3E}">
        <p14:creationId xmlns:p14="http://schemas.microsoft.com/office/powerpoint/2010/main" val="1465102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prism dir="u" isContent="1"/>
        <p:sndAc>
          <p:stSnd>
            <p:snd r:embed="rId1" name="drumroll.wav"/>
          </p:stSnd>
        </p:sndAc>
      </p:transition>
    </mc:Choice>
    <mc:Fallback xmlns="">
      <p:transition spd="slow" advClick="0" advTm="4000">
        <p:fade/>
        <p:sndAc>
          <p:stSnd>
            <p:snd r:embed="rId3" name="drumroll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x-none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x-none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A24AE-5EEF-48E2-B64D-7422156780BC}" type="slidenum">
              <a:rPr lang="en-US" altLang="x-none" smtClean="0"/>
              <a:pPr/>
              <a:t>‹#›</a:t>
            </a:fld>
            <a:endParaRPr lang="en-US" altLang="x-none" dirty="0"/>
          </a:p>
        </p:txBody>
      </p:sp>
    </p:spTree>
    <p:extLst>
      <p:ext uri="{BB962C8B-B14F-4D97-AF65-F5344CB8AC3E}">
        <p14:creationId xmlns:p14="http://schemas.microsoft.com/office/powerpoint/2010/main" val="3559484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prism dir="u" isContent="1"/>
        <p:sndAc>
          <p:stSnd>
            <p:snd r:embed="rId1" name="drumroll.wav"/>
          </p:stSnd>
        </p:sndAc>
      </p:transition>
    </mc:Choice>
    <mc:Fallback xmlns="">
      <p:transition spd="slow" advClick="0" advTm="4000">
        <p:fade/>
        <p:sndAc>
          <p:stSnd>
            <p:snd r:embed="rId3" name="drumroll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B047A-B30F-4241-A82B-F4F5629E5D80}" type="slidenum">
              <a:rPr lang="en-US" altLang="x-none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111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prism dir="u" isContent="1"/>
        <p:sndAc>
          <p:stSnd>
            <p:snd r:embed="rId1" name="drumroll.wav"/>
          </p:stSnd>
        </p:sndAc>
      </p:transition>
    </mc:Choice>
    <mc:Fallback xmlns="">
      <p:transition spd="slow" advClick="0" advTm="4000">
        <p:fade/>
        <p:sndAc>
          <p:stSnd>
            <p:snd r:embed="rId3" name="drumroll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48DB-1D2F-4BBF-A6AB-4A7F8376B1CB}" type="slidenum">
              <a:rPr lang="en-US" altLang="x-none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240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prism dir="u" isContent="1"/>
        <p:sndAc>
          <p:stSnd>
            <p:snd r:embed="rId1" name="drumroll.wav"/>
          </p:stSnd>
        </p:sndAc>
      </p:transition>
    </mc:Choice>
    <mc:Fallback xmlns="">
      <p:transition spd="slow" advClick="0" advTm="4000">
        <p:fade/>
        <p:sndAc>
          <p:stSnd>
            <p:snd r:embed="rId3" name="drumroll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x-non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x-non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A24AE-5EEF-48E2-B64D-7422156780BC}" type="slidenum">
              <a:rPr lang="en-US" altLang="x-none" smtClean="0"/>
              <a:pPr/>
              <a:t>‹#›</a:t>
            </a:fld>
            <a:endParaRPr lang="en-US" altLang="x-none" dirty="0"/>
          </a:p>
        </p:txBody>
      </p:sp>
    </p:spTree>
    <p:extLst>
      <p:ext uri="{BB962C8B-B14F-4D97-AF65-F5344CB8AC3E}">
        <p14:creationId xmlns:p14="http://schemas.microsoft.com/office/powerpoint/2010/main" val="174612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prism dir="u" isContent="1"/>
        <p:sndAc>
          <p:stSnd>
            <p:snd r:embed="rId1" name="drumroll.wav"/>
          </p:stSnd>
        </p:sndAc>
      </p:transition>
    </mc:Choice>
    <mc:Fallback xmlns="">
      <p:transition spd="slow" advClick="0" advTm="4000">
        <p:fade/>
        <p:sndAc>
          <p:stSnd>
            <p:snd r:embed="rId3" name="drumroll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x-non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x-non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A24AE-5EEF-48E2-B64D-7422156780BC}" type="slidenum">
              <a:rPr lang="en-US" altLang="x-none" smtClean="0"/>
              <a:pPr/>
              <a:t>‹#›</a:t>
            </a:fld>
            <a:endParaRPr lang="en-US" altLang="x-none" dirty="0"/>
          </a:p>
        </p:txBody>
      </p:sp>
    </p:spTree>
    <p:extLst>
      <p:ext uri="{BB962C8B-B14F-4D97-AF65-F5344CB8AC3E}">
        <p14:creationId xmlns:p14="http://schemas.microsoft.com/office/powerpoint/2010/main" val="1671820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prism dir="u" isContent="1"/>
        <p:sndAc>
          <p:stSnd>
            <p:snd r:embed="rId1" name="drumroll.wav"/>
          </p:stSnd>
        </p:sndAc>
      </p:transition>
    </mc:Choice>
    <mc:Fallback xmlns="">
      <p:transition spd="slow" advClick="0" advTm="4000">
        <p:fade/>
        <p:sndAc>
          <p:stSnd>
            <p:snd r:embed="rId3" name="drumroll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x-non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x-non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A24AE-5EEF-48E2-B64D-7422156780BC}" type="slidenum">
              <a:rPr lang="en-US" altLang="x-none" smtClean="0"/>
              <a:pPr/>
              <a:t>‹#›</a:t>
            </a:fld>
            <a:endParaRPr lang="en-US" altLang="x-none" dirty="0"/>
          </a:p>
        </p:txBody>
      </p:sp>
    </p:spTree>
    <p:extLst>
      <p:ext uri="{BB962C8B-B14F-4D97-AF65-F5344CB8AC3E}">
        <p14:creationId xmlns:p14="http://schemas.microsoft.com/office/powerpoint/2010/main" val="2307426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prism dir="u" isContent="1"/>
        <p:sndAc>
          <p:stSnd>
            <p:snd r:embed="rId1" name="drumroll.wav"/>
          </p:stSnd>
        </p:sndAc>
      </p:transition>
    </mc:Choice>
    <mc:Fallback xmlns="">
      <p:transition spd="slow" advClick="0" advTm="4000">
        <p:fade/>
        <p:sndAc>
          <p:stSnd>
            <p:snd r:embed="rId3" name="drumroll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endParaRPr lang="en-US" altLang="x-non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en-US" altLang="x-non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BDEA24AE-5EEF-48E2-B64D-7422156780BC}" type="slidenum">
              <a:rPr lang="en-US" altLang="x-none" smtClean="0"/>
              <a:pPr/>
              <a:t>‹#›</a:t>
            </a:fld>
            <a:endParaRPr lang="en-US" altLang="x-none" dirty="0"/>
          </a:p>
        </p:txBody>
      </p:sp>
    </p:spTree>
    <p:extLst>
      <p:ext uri="{BB962C8B-B14F-4D97-AF65-F5344CB8AC3E}">
        <p14:creationId xmlns:p14="http://schemas.microsoft.com/office/powerpoint/2010/main" val="1260962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prism dir="u" isContent="1"/>
        <p:sndAc>
          <p:stSnd>
            <p:snd r:embed="rId1" name="drumroll.wav"/>
          </p:stSnd>
        </p:sndAc>
      </p:transition>
    </mc:Choice>
    <mc:Fallback xmlns="">
      <p:transition spd="slow" advClick="0" advTm="4000">
        <p:fade/>
        <p:sndAc>
          <p:stSnd>
            <p:snd r:embed="rId3" name="drumroll.wav"/>
          </p:stSnd>
        </p:sndAc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A2C58-682A-4105-BB6B-F2E9745E80DD}" type="slidenum">
              <a:rPr lang="en-US" altLang="x-none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4189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 advClick="0" advTm="4000">
        <p14:prism dir="u" isContent="1"/>
        <p:sndAc>
          <p:stSnd>
            <p:snd r:embed="rId1" name="drumroll.wav"/>
          </p:stSnd>
        </p:sndAc>
      </p:transition>
    </mc:Choice>
    <mc:Fallback xmlns="">
      <p:transition spd="slow" advClick="0" advTm="4000">
        <p:fade/>
        <p:sndAc>
          <p:stSnd>
            <p:snd r:embed="rId3" name="drumroll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audio" Target="../media/audio1.wav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audio" Target="../media/audio1.wav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 altLang="x-non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 altLang="x-non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BDEA24AE-5EEF-48E2-B64D-7422156780BC}" type="slidenum">
              <a:rPr lang="en-US" altLang="x-none" smtClean="0"/>
              <a:pPr/>
              <a:t>‹#›</a:t>
            </a:fld>
            <a:endParaRPr lang="en-US" altLang="x-none" dirty="0"/>
          </a:p>
        </p:txBody>
      </p:sp>
    </p:spTree>
    <p:extLst>
      <p:ext uri="{BB962C8B-B14F-4D97-AF65-F5344CB8AC3E}">
        <p14:creationId xmlns:p14="http://schemas.microsoft.com/office/powerpoint/2010/main" val="11333012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04" r:id="rId5"/>
    <p:sldLayoutId id="2147483805" r:id="rId6"/>
    <p:sldLayoutId id="2147483806" r:id="rId7"/>
    <p:sldLayoutId id="2147483807" r:id="rId8"/>
    <p:sldLayoutId id="2147483808" r:id="rId9"/>
    <p:sldLayoutId id="2147483809" r:id="rId10"/>
    <p:sldLayoutId id="2147483810" r:id="rId11"/>
    <p:sldLayoutId id="2147483811" r:id="rId12"/>
  </p:sldLayoutIdLst>
  <mc:AlternateContent xmlns:mc="http://schemas.openxmlformats.org/markup-compatibility/2006" xmlns:p14="http://schemas.microsoft.com/office/powerpoint/2010/main">
    <mc:Choice Requires="p14">
      <p:transition spd="slow" p14:dur="2500">
        <p14:prism dir="u" isContent="1"/>
        <p:sndAc>
          <p:stSnd>
            <p:snd r:embed="rId14" name="drumroll.wav"/>
          </p:stSnd>
        </p:sndAc>
      </p:transition>
    </mc:Choice>
    <mc:Fallback xmlns="">
      <p:transition spd="slow" advClick="0" advTm="4000">
        <p:fade/>
        <p:sndAc>
          <p:stSnd>
            <p:snd r:embed="rId15" name="drumroll.wav"/>
          </p:stSnd>
        </p:sndAc>
      </p:transition>
    </mc:Fallback>
  </mc:AlternateConten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Rectangle 7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x-none"/>
              <a:t>Status Meeting</a:t>
            </a:r>
            <a:endParaRPr lang="en-US" dirty="0"/>
          </a:p>
        </p:txBody>
      </p:sp>
      <p:sp>
        <p:nvSpPr>
          <p:cNvPr id="4104" name="Rectangle 8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x-none"/>
              <a:t>Blue Yonder Airlines</a:t>
            </a:r>
            <a:endParaRPr lang="en-US"/>
          </a:p>
          <a:p>
            <a:endParaRPr lang="en-US" altLang="x-none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prism dir="u" isContent="1"/>
        <p:sndAc>
          <p:stSnd>
            <p:snd r:embed="rId2" name="drumroll.wav"/>
          </p:stSnd>
        </p:sndAc>
      </p:transition>
    </mc:Choice>
    <mc:Fallback xmlns="">
      <p:transition spd="slow" advClick="0" advTm="4000">
        <p:fade/>
        <p:sndAc>
          <p:stSnd>
            <p:snd r:embed="rId3" name="drumroll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5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How Are We Doing?</a:t>
            </a:r>
            <a:endParaRPr lang="en-US" dirty="0"/>
          </a:p>
        </p:txBody>
      </p:sp>
      <p:sp>
        <p:nvSpPr>
          <p:cNvPr id="7176" name="Rectangle 8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x-none"/>
              <a:t>Department heads will give an overview of their performance against their objectives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 advClick="0" advTm="4000">
        <p14:prism dir="u" isContent="1"/>
        <p:sndAc>
          <p:stSnd>
            <p:snd r:embed="rId2" name="drumroll.wav"/>
          </p:stSnd>
        </p:sndAc>
      </p:transition>
    </mc:Choice>
    <mc:Fallback xmlns="">
      <p:transition spd="slow" advClick="0" advTm="4000">
        <p:fade/>
        <p:sndAc>
          <p:stSnd>
            <p:snd r:embed="rId3" name="drumroll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9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Organizational 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prism dir="u" isContent="1"/>
        <p:sndAc>
          <p:stSnd>
            <p:snd r:embed="rId2" name="drumroll.wav"/>
          </p:stSnd>
        </p:sndAc>
      </p:transition>
    </mc:Choice>
    <mc:Fallback xmlns="">
      <p:transition spd="slow" advClick="0" advTm="4000">
        <p:fade/>
        <p:sndAc>
          <p:stSnd>
            <p:snd r:embed="rId3" name="drumroll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9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Key Spending Areas</a:t>
            </a:r>
            <a:endParaRPr lang="en-US" dirty="0"/>
          </a:p>
        </p:txBody>
      </p:sp>
      <p:sp>
        <p:nvSpPr>
          <p:cNvPr id="13320" name="Rectangle 8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x-none"/>
              <a:t>Research &amp; Development</a:t>
            </a:r>
            <a:endParaRPr lang="en-US"/>
          </a:p>
          <a:p>
            <a:r>
              <a:rPr lang="en-US" altLang="x-none"/>
              <a:t>Sales &amp; Marketing</a:t>
            </a:r>
          </a:p>
          <a:p>
            <a:r>
              <a:rPr lang="en-US" altLang="x-none"/>
              <a:t>Administration &amp; Human Resources</a:t>
            </a:r>
            <a:endParaRPr lang="en-US" altLang="x-none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 advClick="0" advTm="4000">
        <p14:prism dir="u" isContent="1"/>
        <p:sndAc>
          <p:stSnd>
            <p:snd r:embed="rId2" name="drumroll.wav"/>
          </p:stSnd>
        </p:sndAc>
      </p:transition>
    </mc:Choice>
    <mc:Fallback xmlns="">
      <p:transition spd="slow" advClick="0" advTm="4000">
        <p:fade/>
        <p:sndAc>
          <p:stSnd>
            <p:snd r:embed="rId3" name="drumroll.wav"/>
          </p:stSnd>
        </p:sndAc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Banded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</a:majorFont>
      <a:min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8000"/>
                <a:satMod val="300000"/>
              </a:schemeClr>
            </a:gs>
            <a:gs pos="25000">
              <a:schemeClr val="phClr">
                <a:tint val="37000"/>
                <a:shade val="98000"/>
                <a:satMod val="300000"/>
              </a:schemeClr>
            </a:gs>
            <a:gs pos="100000">
              <a:schemeClr val="phClr">
                <a:tint val="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2000">
              <a:schemeClr val="phClr">
                <a:satMod val="125000"/>
              </a:schemeClr>
            </a:gs>
            <a:gs pos="100000">
              <a:schemeClr val="phClr">
                <a:tint val="80000"/>
                <a:satMod val="140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>
              <a:srgbClr val="000000">
                <a:alpha val="45882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contourW="12700" prstMaterial="powder">
            <a:bevelT h="50800"/>
            <a:contourClr>
              <a:schemeClr val="phClr"/>
            </a:contourClr>
          </a:sp3d>
        </a:effectStyle>
        <a:effectStyle>
          <a:effectLst>
            <a:reflection blurRad="12700" stA="25000" endPos="28000" dist="38100" dir="5400000" sy="-100000"/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>
            <a:bevelT w="139700" h="381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5000"/>
                <a:satMod val="250000"/>
              </a:schemeClr>
            </a:gs>
            <a:gs pos="20000">
              <a:schemeClr val="phClr">
                <a:shade val="85000"/>
                <a:satMod val="17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0000"/>
                <a:satMod val="145000"/>
              </a:schemeClr>
            </a:gs>
            <a:gs pos="30000">
              <a:schemeClr val="phClr">
                <a:shade val="65000"/>
                <a:satMod val="155000"/>
              </a:schemeClr>
            </a:gs>
            <a:gs pos="100000">
              <a:schemeClr val="phClr">
                <a:tint val="60000"/>
                <a:satMod val="17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</a:majorFont>
      <a:min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8000"/>
                <a:satMod val="300000"/>
              </a:schemeClr>
            </a:gs>
            <a:gs pos="25000">
              <a:schemeClr val="phClr">
                <a:tint val="37000"/>
                <a:shade val="98000"/>
                <a:satMod val="300000"/>
              </a:schemeClr>
            </a:gs>
            <a:gs pos="100000">
              <a:schemeClr val="phClr">
                <a:tint val="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2000">
              <a:schemeClr val="phClr">
                <a:satMod val="125000"/>
              </a:schemeClr>
            </a:gs>
            <a:gs pos="100000">
              <a:schemeClr val="phClr">
                <a:tint val="80000"/>
                <a:satMod val="140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>
              <a:srgbClr val="000000">
                <a:alpha val="45882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contourW="12700" prstMaterial="powder">
            <a:bevelT h="50800"/>
            <a:contourClr>
              <a:schemeClr val="phClr"/>
            </a:contourClr>
          </a:sp3d>
        </a:effectStyle>
        <a:effectStyle>
          <a:effectLst>
            <a:reflection blurRad="12700" stA="25000" endPos="28000" dist="38100" dir="5400000" sy="-100000"/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>
            <a:bevelT w="139700" h="381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5000"/>
                <a:satMod val="250000"/>
              </a:schemeClr>
            </a:gs>
            <a:gs pos="20000">
              <a:schemeClr val="phClr">
                <a:shade val="85000"/>
                <a:satMod val="17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0000"/>
                <a:satMod val="145000"/>
              </a:schemeClr>
            </a:gs>
            <a:gs pos="30000">
              <a:schemeClr val="phClr">
                <a:shade val="65000"/>
                <a:satMod val="155000"/>
              </a:schemeClr>
            </a:gs>
            <a:gs pos="100000">
              <a:schemeClr val="phClr">
                <a:tint val="60000"/>
                <a:satMod val="17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1F9B7B5563E546BDCC4FF750137663" ma:contentTypeVersion="9" ma:contentTypeDescription="Create a new document." ma:contentTypeScope="" ma:versionID="8513bfaeccee3a29edeed2ebc50cefbd">
  <xsd:schema xmlns:xsd="http://www.w3.org/2001/XMLSchema" xmlns:xs="http://www.w3.org/2001/XMLSchema" xmlns:p="http://schemas.microsoft.com/office/2006/metadata/properties" xmlns:ns2="26fae966-843c-4d4f-81a0-161e61761eff" xmlns:ns3="b1ae2228-c504-4e45-a9cd-f7127473102f" targetNamespace="http://schemas.microsoft.com/office/2006/metadata/properties" ma:root="true" ma:fieldsID="16db1d309f1c262f660d08fc4ebdfc9e" ns2:_="" ns3:_="">
    <xsd:import namespace="26fae966-843c-4d4f-81a0-161e61761eff"/>
    <xsd:import namespace="b1ae2228-c504-4e45-a9cd-f7127473102f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2:SharedWithUsers" minOccurs="0"/>
                <xsd:element ref="ns2:SharingHintHash" minOccurs="0"/>
                <xsd:element ref="ns2:SharedWithDetails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fae966-843c-4d4f-81a0-161e61761eff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2" nillable="true" ma:displayName="Sharing Hint Hash" ma:internalName="SharingHintHash" ma:readOnly="true">
      <xsd:simpleType>
        <xsd:restriction base="dms:Text"/>
      </xsd:simpleType>
    </xsd:element>
    <xsd:element name="SharedWithDetails" ma:index="13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4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5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ae2228-c504-4e45-a9cd-f7127473102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6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7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p:properties xmlns:p="http://schemas.microsoft.com/office/2006/metadata/properties" xmlns:xsi="http://www.w3.org/2001/XMLSchema-instance">
  <documentManagement>
    <_dlc_DocId xmlns="26fae966-843c-4d4f-81a0-161e61761eff">J75KEXXRD6TM-2-15971</_dlc_DocId>
    <_dlc_DocIdUrl xmlns="26fae966-843c-4d4f-81a0-161e61761eff">
      <Url>https://otsi.sharepoint.com/sites/archives/_layouts/15/DocIdRedir.aspx?ID=J75KEXXRD6TM-2-15971</Url>
      <Description>J75KEXXRD6TM-2-15971</Description>
    </_dlc_DocIdUrl>
  </documentManagement>
</p:properties>
</file>

<file path=customXml/itemProps1.xml><?xml version="1.0" encoding="utf-8"?>
<ds:datastoreItem xmlns:ds="http://schemas.openxmlformats.org/officeDocument/2006/customXml" ds:itemID="{72582795-3451-4B58-AA14-D1BCAB6EA68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FB2E5D7-FC05-452C-BD44-944ABA5A45C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6fae966-843c-4d4f-81a0-161e61761eff"/>
    <ds:schemaRef ds:uri="b1ae2228-c504-4e45-a9cd-f7127473102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9BB981D-366B-40CB-B82D-BD2855ED2A89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65FA8DD6-D06C-46F1-B151-D119BD27C66D}">
  <ds:schemaRefs>
    <ds:schemaRef ds:uri="http://schemas.microsoft.com/office/2006/metadata/properties"/>
    <ds:schemaRef ds:uri="b4863681-c067-4c62-bc75-95bf3ac03d16"/>
    <ds:schemaRef ds:uri="26fae966-843c-4d4f-81a0-161e61761ef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TM03090430[[fn=Banded]]</Template>
  <TotalTime>0</TotalTime>
  <Words>37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Corbel</vt:lpstr>
      <vt:lpstr>Times New Roman</vt:lpstr>
      <vt:lpstr>Wingdings</vt:lpstr>
      <vt:lpstr>Banded</vt:lpstr>
      <vt:lpstr>Status Meeting</vt:lpstr>
      <vt:lpstr>How Are We Doing?</vt:lpstr>
      <vt:lpstr>Organizational Overview</vt:lpstr>
      <vt:lpstr>Key Spending Areas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2010-10-12T17:53:45Z</dcterms:created>
  <dcterms:modified xsi:type="dcterms:W3CDTF">2020-06-04T03:13:35Z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0x0101009E1F9B7B5563E546BDCC4FF750137663</vt:lpwstr>
  </property>
  <property fmtid="{D5CDD505-2E9C-101B-9397-08002B2CF9AE}" pid="3" name="_dlc_DocIdItemGuid">
    <vt:lpwstr>711e1a4b-8478-49ac-b3e5-014f2937faa9</vt:lpwstr>
  </property>
</Properties>
</file>