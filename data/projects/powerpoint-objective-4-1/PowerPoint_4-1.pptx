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2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3.xml" ContentType="application/vnd.openxmlformats-officedocument.customXml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9" r:id="rId5"/>
  </p:sldMasterIdLst>
  <p:notesMasterIdLst>
    <p:notesMasterId r:id="rId9"/>
  </p:notesMasterIdLst>
  <p:handoutMasterIdLst>
    <p:handoutMasterId r:id="rId10"/>
  </p:handoutMasterIdLst>
  <p:sldIdLst>
    <p:sldId id="257" r:id="rId6"/>
    <p:sldId id="260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01B821-A1FF-4177-AEE7-76D212191A09}">
  <a:tblStyle styleId="{B301B821-A1FF-4177-AEE7-76D212191A09}" styleName="Medium Style 9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78" y="17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50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customXml" Target="../customXml/item4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/>
          <a:lstStyle/>
          <a:p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/>
          <a:lstStyle/>
          <a:p>
            <a:fld id="{17CBDB19-DDF8-454B-B2A9-89D3C498EC1B}" type="datetimeFigureOut">
              <a:rPr lang="en-US" smtClean="0"/>
              <a:pPr/>
              <a:t>9/22/2013</a:t>
            </a:fld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/>
          <a:lstStyle/>
          <a:p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/>
          <a:lstStyle/>
          <a:p>
            <a:fld id="{97B39D03-4D65-44D8-9F67-CFAB012E25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0888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lvl1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lvl1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  <a:effectLst/>
        </p:spPr>
        <p:txBody>
          <a:bodyPr vert="horz" wrap="square" lIns="91440" tIns="45720" rIns="91440" bIns="45720" anchor="ctr" compatLnSpc="1"/>
          <a:lstStyle/>
          <a:p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0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</a:rPr>
              <a:t>Click to edit Master text styles</a:t>
            </a:r>
            <a:endParaRPr lang="en-US"/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0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</a:rPr>
              <a:t>Second level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0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</a:rPr>
              <a:t>Third level</a:t>
            </a: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0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</a:rPr>
              <a:t>Fourth level</a:t>
            </a: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0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</a:rPr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b" compatLnSpc="1"/>
          <a:lstStyle>
            <a:lvl1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b" compatLnSpc="1"/>
          <a:lstStyle>
            <a:lvl1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fld id="{5B593A47-C35F-4927-8CD6-9682078D69E3}" type="slidenum">
              <a:rPr/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tabLst/>
              </a:pPr>
              <a:t>‹#›</a:t>
            </a:fld>
            <a:endParaRPr kumimoji="0" lang="en-US" altLang="x-none" sz="1200" b="0" i="0" u="none" strike="noStrike" baseline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6754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ctr" compatLnSpc="1"/>
          <a:lstStyle/>
          <a:p>
            <a:endParaRPr lang="en-US"/>
          </a:p>
        </p:txBody>
      </p:sp>
      <p:sp>
        <p:nvSpPr>
          <p:cNvPr id="1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endParaRPr kumimoji="0" lang="x-none" altLang="x-none" sz="1200" b="0" i="0" u="none" strike="noStrike" baseline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</p:spPr>
        <p:txBody>
          <a:bodyPr vert="horz" wrap="square" lIns="91440" tIns="45720" rIns="91440" bIns="45720" anchor="b" compatLnSpc="1"/>
          <a:lstStyle>
            <a:lvl1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fld id="{2739EC88-7B5E-4917-BD4E-CFF22233FA88}" type="slidenum">
              <a:rPr/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tabLst/>
              </a:pPr>
              <a:t>1</a:t>
            </a:fld>
            <a:endParaRPr kumimoji="0" lang="en-US" altLang="x-none" sz="1200" b="0" i="0" u="none" strike="noStrike" baseline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1554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48001" y="3429000"/>
            <a:ext cx="8532284" cy="1219200"/>
          </a:xfrm>
        </p:spPr>
        <p:txBody>
          <a:bodyPr/>
          <a:lstStyle>
            <a:lvl1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4000" b="0" i="0" u="none" strike="noStrike" baseline="0">
                <a:solidFill>
                  <a:schemeClr val="tx2">
                    <a:alpha val="100000"/>
                  </a:schemeClr>
                </a:solidFill>
                <a:effectLst/>
                <a:latin typeface="Verdana"/>
              </a:defRPr>
            </a:lvl1pPr>
          </a:lstStyle>
          <a:p>
            <a:r>
              <a:rPr lang="en-US" altLang="x-none"/>
              <a:t>Click to edit Master title style</a:t>
            </a: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048001" y="4800600"/>
            <a:ext cx="8532284" cy="838200"/>
          </a:xfrm>
        </p:spPr>
        <p:txBody>
          <a:bodyPr/>
          <a:lstStyle>
            <a:lvl1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tabLst/>
              <a:defRPr kumimoji="0" sz="24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Verdana"/>
              </a:defRPr>
            </a:lvl1pPr>
          </a:lstStyle>
          <a:p>
            <a:r>
              <a:rPr lang="en-US" altLang="x-none"/>
              <a:t>Click to edit Master subtitle style</a:t>
            </a: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6"/>
            <a:ext cx="2844800" cy="384175"/>
          </a:xfrm>
        </p:spPr>
        <p:txBody>
          <a:bodyPr/>
          <a:lstStyle>
            <a:lvl1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Verdana"/>
              </a:defRPr>
            </a:lvl1pPr>
          </a:lstStyle>
          <a:p>
            <a:endParaRPr lang="en-US" altLang="x-none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6"/>
            <a:ext cx="3860800" cy="384175"/>
          </a:xfrm>
        </p:spPr>
        <p:txBody>
          <a:bodyPr/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Verdana"/>
              </a:defRPr>
            </a:lvl1pPr>
          </a:lstStyle>
          <a:p>
            <a:endParaRPr lang="en-US" altLang="x-none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6"/>
            <a:ext cx="2844800" cy="384175"/>
          </a:xfrm>
        </p:spPr>
        <p:txBody>
          <a:bodyPr/>
          <a:lstStyle>
            <a:lvl1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Verdana"/>
              </a:defRPr>
            </a:lvl1pPr>
          </a:lstStyle>
          <a:p>
            <a:fld id="{B7FFE138-060B-4A09-A290-32377E64A3CC}" type="slidenum">
              <a:rPr lang="en-US" altLang="x-none"/>
              <a:pPr/>
              <a:t>‹#›</a:t>
            </a:fld>
            <a:endParaRPr lang="en-US" altLang="x-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EC7DD-2210-4D98-9ADA-00E3E9269610}" type="slidenum">
              <a:rPr lang="en-US" altLang="x-none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8597-3521-412A-BED1-722EA4F86CC2}" type="slidenum">
              <a:rPr lang="en-US" altLang="x-none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6BC6-08CB-4826-B2C4-3F6970CA7AE9}" type="slidenum">
              <a:rPr lang="en-US" altLang="x-none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sz="half" idx="1"/>
          </p:nvPr>
        </p:nvSpPr>
        <p:spPr>
          <a:xfrm>
            <a:off x="3045884" y="1905000"/>
            <a:ext cx="4163483" cy="4221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/>
          </p:cNvSpPr>
          <p:nvPr>
            <p:ph sz="half" idx="2"/>
          </p:nvPr>
        </p:nvSpPr>
        <p:spPr>
          <a:xfrm>
            <a:off x="7412567" y="1905000"/>
            <a:ext cx="4165600" cy="4221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78A8-2A4E-4FED-8C6A-165E3EC8D9AF}" type="slidenum">
              <a:rPr lang="en-US" altLang="x-none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FAE-E4EB-45D9-AE03-3A0036BA87A8}" type="slidenum">
              <a:rPr lang="en-US" altLang="x-none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itle and 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sz="half" idx="1"/>
          </p:nvPr>
        </p:nvSpPr>
        <p:spPr>
          <a:xfrm>
            <a:off x="3045884" y="1905000"/>
            <a:ext cx="4163483" cy="4221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body" sz="half" idx="2"/>
          </p:nvPr>
        </p:nvSpPr>
        <p:spPr>
          <a:xfrm>
            <a:off x="7412567" y="1905000"/>
            <a:ext cx="4165600" cy="4221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C8A2C-6AB6-433F-BC71-C4EE38BC3DCF}" type="slidenum">
              <a:rPr lang="en-US" altLang="x-none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FE138-060B-4A09-A290-32377E64A3CC}" type="slidenum">
              <a:rPr lang="en-US" altLang="x-none" smtClean="0"/>
              <a:pPr/>
              <a:t>‹#›</a:t>
            </a:fld>
            <a:endParaRPr lang="en-US" altLang="x-none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EC7DD-2210-4D98-9ADA-00E3E9269610}" type="slidenum">
              <a:rPr lang="en-US" altLang="x-none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474C-9AB0-4C46-94FC-532709E129BA}" type="slidenum">
              <a:rPr lang="en-US" altLang="x-none" smtClean="0"/>
              <a:pPr/>
              <a:t>‹#›</a:t>
            </a:fld>
            <a:endParaRPr lang="en-US" altLang="x-none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474C-9AB0-4C46-94FC-532709E129BA}" type="slidenum">
              <a:rPr lang="en-US" altLang="x-none" smtClean="0"/>
              <a:pPr/>
              <a:t>‹#›</a:t>
            </a:fld>
            <a:endParaRPr lang="en-US" altLang="x-non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474C-9AB0-4C46-94FC-532709E129BA}" type="slidenum">
              <a:rPr lang="en-US" altLang="x-none" smtClean="0"/>
              <a:pPr/>
              <a:t>‹#›</a:t>
            </a:fld>
            <a:endParaRPr lang="en-US" altLang="x-none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8597-3521-412A-BED1-722EA4F86CC2}" type="slidenum">
              <a:rPr lang="en-US" altLang="x-none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6BC6-08CB-4826-B2C4-3F6970CA7AE9}" type="slidenum">
              <a:rPr lang="en-US" altLang="x-none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474C-9AB0-4C46-94FC-532709E129BA}" type="slidenum">
              <a:rPr lang="en-US" altLang="x-none" smtClean="0"/>
              <a:pPr/>
              <a:t>‹#›</a:t>
            </a:fld>
            <a:endParaRPr lang="en-US" altLang="x-none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474C-9AB0-4C46-94FC-532709E129BA}" type="slidenum">
              <a:rPr lang="en-US" altLang="x-none" smtClean="0"/>
              <a:pPr/>
              <a:t>‹#›</a:t>
            </a:fld>
            <a:endParaRPr lang="en-US" altLang="x-non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474C-9AB0-4C46-94FC-532709E129BA}" type="slidenum">
              <a:rPr lang="en-US" altLang="x-none" smtClean="0"/>
              <a:pPr/>
              <a:t>‹#›</a:t>
            </a:fld>
            <a:endParaRPr lang="en-US" altLang="x-non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474C-9AB0-4C46-94FC-532709E129BA}" type="slidenum">
              <a:rPr lang="en-US" altLang="x-none" smtClean="0"/>
              <a:pPr/>
              <a:t>‹#›</a:t>
            </a:fld>
            <a:endParaRPr lang="en-US" altLang="x-none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FAE-E4EB-45D9-AE03-3A0036BA87A8}" type="slidenum">
              <a:rPr lang="en-US" altLang="x-none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9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5884" y="533400"/>
            <a:ext cx="8532283" cy="1219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ctr" compatLnSpc="1"/>
          <a:lstStyle/>
          <a:p>
            <a:pPr lvl="0"/>
            <a:r>
              <a:rPr lang="en-US" altLang="x-none"/>
              <a:t>Click to edit Master title style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5884" y="1905000"/>
            <a:ext cx="8532283" cy="4221163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lvl="0"/>
            <a:r>
              <a:rPr lang="en-US" altLang="x-none"/>
              <a:t>Click to edit Master text styles</a:t>
            </a:r>
            <a:endParaRPr lang="en-US"/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6"/>
            <a:ext cx="2844800" cy="38417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lvl1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Verdana"/>
              </a:defRPr>
            </a:lvl1pPr>
          </a:lstStyle>
          <a:p>
            <a:endParaRPr lang="en-US" altLang="x-non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6"/>
            <a:ext cx="3860800" cy="38417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Verdana"/>
              </a:defRPr>
            </a:lvl1pPr>
          </a:lstStyle>
          <a:p>
            <a:endParaRPr lang="en-US" altLang="x-non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6"/>
            <a:ext cx="2844800" cy="38417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lvl1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Verdana"/>
              </a:defRPr>
            </a:lvl1pPr>
          </a:lstStyle>
          <a:p>
            <a:fld id="{F6D3474C-9AB0-4C46-94FC-532709E129BA}" type="slidenum">
              <a:rPr lang="en-US" altLang="x-none"/>
              <a:pPr/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defPPr>
        <a:defRPr>
          <a:latin typeface="+mj-lt"/>
          <a:ea typeface="+mj-ea"/>
          <a:cs typeface="+mj-cs"/>
        </a:defRPr>
      </a:defPPr>
      <a:lvl1pPr algn="l" fontAlgn="base">
        <a:spcBef>
          <a:spcPct val="0"/>
        </a:spcBef>
        <a:spcAft>
          <a:spcPct val="0"/>
        </a:spcAft>
        <a:defRPr sz="3600">
          <a:solidFill>
            <a:schemeClr val="tx2">
              <a:alpha val="100000"/>
            </a:schemeClr>
          </a:solidFill>
          <a:latin typeface="+mj-lt"/>
          <a:ea typeface="+mj-ea"/>
          <a:cs typeface="+mj-cs"/>
        </a:defRPr>
      </a:lvl1pPr>
      <a:lvl2pPr algn="l" fontAlgn="base">
        <a:spcBef>
          <a:spcPct val="0"/>
        </a:spcBef>
        <a:spcAft>
          <a:spcPct val="0"/>
        </a:spcAft>
        <a:defRPr sz="3600">
          <a:solidFill>
            <a:schemeClr val="tx2">
              <a:alpha val="100000"/>
            </a:schemeClr>
          </a:solidFill>
          <a:latin typeface="+mj-lt"/>
          <a:ea typeface="+mj-ea"/>
          <a:cs typeface="+mj-cs"/>
        </a:defRPr>
      </a:lvl2pPr>
      <a:lvl3pPr algn="l" fontAlgn="base">
        <a:spcBef>
          <a:spcPct val="0"/>
        </a:spcBef>
        <a:spcAft>
          <a:spcPct val="0"/>
        </a:spcAft>
        <a:defRPr sz="3600">
          <a:solidFill>
            <a:schemeClr val="tx2">
              <a:alpha val="100000"/>
            </a:schemeClr>
          </a:solidFill>
          <a:latin typeface="+mj-lt"/>
          <a:ea typeface="+mj-ea"/>
          <a:cs typeface="+mj-cs"/>
        </a:defRPr>
      </a:lvl3pPr>
      <a:lvl4pPr algn="l" fontAlgn="base">
        <a:spcBef>
          <a:spcPct val="0"/>
        </a:spcBef>
        <a:spcAft>
          <a:spcPct val="0"/>
        </a:spcAft>
        <a:defRPr sz="3600">
          <a:solidFill>
            <a:schemeClr val="tx2">
              <a:alpha val="100000"/>
            </a:schemeClr>
          </a:solidFill>
          <a:latin typeface="+mj-lt"/>
          <a:ea typeface="+mj-ea"/>
          <a:cs typeface="+mj-cs"/>
        </a:defRPr>
      </a:lvl4pPr>
      <a:lvl5pPr algn="l" fontAlgn="base">
        <a:spcBef>
          <a:spcPct val="0"/>
        </a:spcBef>
        <a:spcAft>
          <a:spcPct val="0"/>
        </a:spcAft>
        <a:defRPr sz="3600">
          <a:solidFill>
            <a:schemeClr val="tx2">
              <a:alpha val="100000"/>
            </a:schemeClr>
          </a:solidFill>
          <a:latin typeface="+mj-lt"/>
          <a:ea typeface="+mj-ea"/>
          <a:cs typeface="+mj-cs"/>
        </a:defRPr>
      </a:lvl5pPr>
      <a:lvl6pPr marL="0" algn="l" fontAlgn="base">
        <a:spcBef>
          <a:spcPct val="0"/>
        </a:spcBef>
        <a:spcAft>
          <a:spcPct val="0"/>
        </a:spcAft>
        <a:defRPr sz="3600">
          <a:solidFill>
            <a:schemeClr val="tx2">
              <a:alpha val="100000"/>
            </a:schemeClr>
          </a:solidFill>
          <a:latin typeface="+mj-lt"/>
          <a:ea typeface="+mj-ea"/>
          <a:cs typeface="+mj-cs"/>
        </a:defRPr>
      </a:lvl6pPr>
      <a:lvl7pPr marL="457200" algn="l" fontAlgn="base">
        <a:spcBef>
          <a:spcPct val="0"/>
        </a:spcBef>
        <a:spcAft>
          <a:spcPct val="0"/>
        </a:spcAft>
        <a:defRPr sz="3600">
          <a:solidFill>
            <a:schemeClr val="tx2">
              <a:alpha val="100000"/>
            </a:schemeClr>
          </a:solidFill>
          <a:latin typeface="+mj-lt"/>
          <a:ea typeface="+mj-ea"/>
          <a:cs typeface="+mj-cs"/>
        </a:defRPr>
      </a:lvl7pPr>
      <a:lvl8pPr marL="914400" algn="l" fontAlgn="base">
        <a:spcBef>
          <a:spcPct val="0"/>
        </a:spcBef>
        <a:spcAft>
          <a:spcPct val="0"/>
        </a:spcAft>
        <a:defRPr sz="3600">
          <a:solidFill>
            <a:schemeClr val="tx2">
              <a:alpha val="100000"/>
            </a:schemeClr>
          </a:solidFill>
          <a:latin typeface="+mj-lt"/>
          <a:ea typeface="+mj-ea"/>
          <a:cs typeface="+mj-cs"/>
        </a:defRPr>
      </a:lvl8pPr>
      <a:lvl9pPr marL="1371600" algn="l" fontAlgn="base">
        <a:spcBef>
          <a:spcPct val="0"/>
        </a:spcBef>
        <a:spcAft>
          <a:spcPct val="0"/>
        </a:spcAft>
        <a:defRPr sz="3600">
          <a:solidFill>
            <a:schemeClr val="tx2">
              <a:alpha val="100000"/>
            </a:schemeClr>
          </a:solidFill>
          <a:latin typeface="+mj-lt"/>
          <a:ea typeface="+mj-ea"/>
          <a:cs typeface="+mj-cs"/>
        </a:defRPr>
      </a:lvl9pPr>
    </p:titleStyle>
    <p:bodyStyle>
      <a:defPPr>
        <a:defRPr>
          <a:latin typeface="+mn-lt"/>
          <a:ea typeface="+mn-ea"/>
          <a:cs typeface="+mn-cs"/>
        </a:defRPr>
      </a:defPPr>
      <a:lvl1pPr marL="342900" indent="-342900" algn="l" fontAlgn="base">
        <a:spcBef>
          <a:spcPct val="20000"/>
        </a:spcBef>
        <a:spcAft>
          <a:spcPct val="0"/>
        </a:spcAft>
        <a:buChar char="•"/>
        <a:defRPr sz="2800">
          <a:solidFill>
            <a:schemeClr val="tx1">
              <a:alpha val="100000"/>
            </a:schemeClr>
          </a:solidFill>
          <a:latin typeface="+mn-lt"/>
          <a:ea typeface="+mn-ea"/>
          <a:cs typeface="+mn-cs"/>
        </a:defRPr>
      </a:lvl1pPr>
      <a:lvl2pPr marL="742950" indent="-285750" algn="l" fontAlgn="base">
        <a:spcBef>
          <a:spcPct val="20000"/>
        </a:spcBef>
        <a:spcAft>
          <a:spcPct val="0"/>
        </a:spcAft>
        <a:buChar char="–"/>
        <a:defRPr sz="2400">
          <a:solidFill>
            <a:schemeClr val="tx1">
              <a:alpha val="100000"/>
            </a:schemeClr>
          </a:solidFill>
          <a:latin typeface="+mn-lt"/>
          <a:ea typeface="+mn-ea"/>
          <a:cs typeface="+mn-cs"/>
        </a:defRPr>
      </a:lvl2pPr>
      <a:lvl3pPr marL="1143000" indent="-228600" algn="l" fontAlgn="base">
        <a:spcBef>
          <a:spcPct val="20000"/>
        </a:spcBef>
        <a:spcAft>
          <a:spcPct val="0"/>
        </a:spcAft>
        <a:buChar char="•"/>
        <a:defRPr sz="2000">
          <a:solidFill>
            <a:schemeClr val="tx1">
              <a:alpha val="100000"/>
            </a:schemeClr>
          </a:solidFill>
          <a:latin typeface="+mn-lt"/>
          <a:ea typeface="+mn-ea"/>
          <a:cs typeface="+mn-cs"/>
        </a:defRPr>
      </a:lvl3pPr>
      <a:lvl4pPr marL="1600200" indent="-228600" algn="l" fontAlgn="base">
        <a:spcBef>
          <a:spcPct val="20000"/>
        </a:spcBef>
        <a:spcAft>
          <a:spcPct val="0"/>
        </a:spcAft>
        <a:buChar char="–"/>
        <a:defRPr>
          <a:solidFill>
            <a:schemeClr val="tx1">
              <a:alpha val="100000"/>
            </a:schemeClr>
          </a:solidFill>
          <a:latin typeface="+mn-lt"/>
          <a:ea typeface="+mn-ea"/>
          <a:cs typeface="+mn-cs"/>
        </a:defRPr>
      </a:lvl4pPr>
      <a:lvl5pPr marL="2057400" indent="-228600" algn="l" fontAlgn="base">
        <a:spcBef>
          <a:spcPct val="20000"/>
        </a:spcBef>
        <a:spcAft>
          <a:spcPct val="0"/>
        </a:spcAft>
        <a:buChar char="»"/>
        <a:defRPr sz="1600">
          <a:solidFill>
            <a:schemeClr val="tx1">
              <a:alpha val="100000"/>
            </a:schemeClr>
          </a:solidFill>
          <a:latin typeface="+mn-lt"/>
          <a:ea typeface="+mn-ea"/>
          <a:cs typeface="+mn-cs"/>
        </a:defRPr>
      </a:lvl5pPr>
      <a:lvl6pPr marL="2057400" indent="-228600" algn="l" fontAlgn="base">
        <a:spcBef>
          <a:spcPct val="20000"/>
        </a:spcBef>
        <a:spcAft>
          <a:spcPct val="0"/>
        </a:spcAft>
        <a:buChar char="»"/>
        <a:defRPr sz="1600">
          <a:solidFill>
            <a:schemeClr val="tx1">
              <a:alpha val="100000"/>
            </a:schemeClr>
          </a:solidFill>
          <a:latin typeface="+mn-lt"/>
          <a:ea typeface="+mn-ea"/>
          <a:cs typeface="+mn-cs"/>
        </a:defRPr>
      </a:lvl6pPr>
      <a:lvl7pPr marL="2514600" indent="-228600" algn="l" fontAlgn="base">
        <a:spcBef>
          <a:spcPct val="20000"/>
        </a:spcBef>
        <a:spcAft>
          <a:spcPct val="0"/>
        </a:spcAft>
        <a:buChar char="»"/>
        <a:defRPr sz="1600">
          <a:solidFill>
            <a:schemeClr val="tx1">
              <a:alpha val="100000"/>
            </a:schemeClr>
          </a:solidFill>
          <a:latin typeface="+mn-lt"/>
          <a:ea typeface="+mn-ea"/>
          <a:cs typeface="+mn-cs"/>
        </a:defRPr>
      </a:lvl7pPr>
      <a:lvl8pPr marL="2971800" indent="-228600" algn="l" fontAlgn="base">
        <a:spcBef>
          <a:spcPct val="20000"/>
        </a:spcBef>
        <a:spcAft>
          <a:spcPct val="0"/>
        </a:spcAft>
        <a:buChar char="»"/>
        <a:defRPr sz="1600">
          <a:solidFill>
            <a:schemeClr val="tx1">
              <a:alpha val="100000"/>
            </a:schemeClr>
          </a:solidFill>
          <a:latin typeface="+mn-lt"/>
          <a:ea typeface="+mn-ea"/>
          <a:cs typeface="+mn-cs"/>
        </a:defRPr>
      </a:lvl8pPr>
      <a:lvl9pPr marL="3429000" indent="-228600" algn="l" fontAlgn="base">
        <a:spcBef>
          <a:spcPct val="20000"/>
        </a:spcBef>
        <a:spcAft>
          <a:spcPct val="0"/>
        </a:spcAft>
        <a:buChar char="»"/>
        <a:defRPr sz="1600">
          <a:solidFill>
            <a:schemeClr val="tx1">
              <a:alpha val="100000"/>
            </a:schemeClr>
          </a:solidFill>
          <a:latin typeface="+mn-lt"/>
          <a:ea typeface="+mn-ea"/>
          <a:cs typeface="+mn-cs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endParaRPr lang="en-U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18288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F6D3474C-9AB0-4C46-94FC-532709E129BA}" type="slidenum">
              <a:rPr lang="en-US" altLang="x-none" smtClean="0"/>
              <a:pPr/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03526" y="1600200"/>
            <a:ext cx="7085013" cy="1066800"/>
          </a:xfrm>
        </p:spPr>
        <p:txBody>
          <a:bodyPr/>
          <a:lstStyle/>
          <a:p>
            <a:r>
              <a:rPr lang="en-US" altLang="x-none" dirty="0" smtClean="0"/>
              <a:t>Time Management</a:t>
            </a:r>
            <a:endParaRPr lang="x-none" altLang="x-none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03526" y="2819400"/>
            <a:ext cx="5256213" cy="1143000"/>
          </a:xfrm>
        </p:spPr>
        <p:txBody>
          <a:bodyPr/>
          <a:lstStyle/>
          <a:p>
            <a:r>
              <a:rPr lang="en-US" altLang="x-none" dirty="0" smtClean="0"/>
              <a:t>Better organization for better results</a:t>
            </a:r>
            <a:endParaRPr lang="x-none" altLang="x-none"/>
          </a:p>
        </p:txBody>
      </p:sp>
      <p:sp>
        <p:nvSpPr>
          <p:cNvPr id="7" name="5-Point Star 4"/>
          <p:cNvSpPr/>
          <p:nvPr/>
        </p:nvSpPr>
        <p:spPr>
          <a:xfrm>
            <a:off x="8763000" y="2590800"/>
            <a:ext cx="914400" cy="9144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Spend Your Time Wisely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 of Mismanagement</a:t>
            </a:r>
            <a:endParaRPr lang="en-US" dirty="0"/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Ticking clock design template [1]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F9B7B5563E546BDCC4FF750137663" ma:contentTypeVersion="9" ma:contentTypeDescription="Create a new document." ma:contentTypeScope="" ma:versionID="8513bfaeccee3a29edeed2ebc50cefbd">
  <xsd:schema xmlns:xsd="http://www.w3.org/2001/XMLSchema" xmlns:xs="http://www.w3.org/2001/XMLSchema" xmlns:p="http://schemas.microsoft.com/office/2006/metadata/properties" xmlns:ns2="26fae966-843c-4d4f-81a0-161e61761eff" xmlns:ns3="b1ae2228-c504-4e45-a9cd-f7127473102f" targetNamespace="http://schemas.microsoft.com/office/2006/metadata/properties" ma:root="true" ma:fieldsID="16db1d309f1c262f660d08fc4ebdfc9e" ns2:_="" ns3:_="">
    <xsd:import namespace="26fae966-843c-4d4f-81a0-161e61761eff"/>
    <xsd:import namespace="b1ae2228-c504-4e45-a9cd-f7127473102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ae966-843c-4d4f-81a0-161e61761ef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2" nillable="true" ma:displayName="Sharing Hint Hash" ma:internalName="SharingHintHash" ma:readOnly="true">
      <xsd:simpleType>
        <xsd:restriction base="dms:Text"/>
      </xsd:simple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5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ae2228-c504-4e45-a9cd-f712747310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>
    <_dlc_DocId xmlns="26fae966-843c-4d4f-81a0-161e61761eff">J75KEXXRD6TM-2-15967</_dlc_DocId>
    <_dlc_DocIdUrl xmlns="26fae966-843c-4d4f-81a0-161e61761eff">
      <Url>https://otsi.sharepoint.com/sites/archives/_layouts/15/DocIdRedir.aspx?ID=J75KEXXRD6TM-2-15967</Url>
      <Description>J75KEXXRD6TM-2-15967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F42E86D9-E2F9-4F8A-B578-CA75361104B3}"/>
</file>

<file path=customXml/itemProps2.xml><?xml version="1.0" encoding="utf-8"?>
<ds:datastoreItem xmlns:ds="http://schemas.openxmlformats.org/officeDocument/2006/customXml" ds:itemID="{E63CCC6B-37E0-43CA-9550-DD63327EE8F4}"/>
</file>

<file path=customXml/itemProps3.xml><?xml version="1.0" encoding="utf-8"?>
<ds:datastoreItem xmlns:ds="http://schemas.openxmlformats.org/officeDocument/2006/customXml" ds:itemID="{0FC1A58A-7462-437A-9A67-97806F2B520C}"/>
</file>

<file path=customXml/itemProps4.xml><?xml version="1.0" encoding="utf-8"?>
<ds:datastoreItem xmlns:ds="http://schemas.openxmlformats.org/officeDocument/2006/customXml" ds:itemID="{74FCF0E5-C12D-4FC5-AAAB-6F2DF3CAB4B9}"/>
</file>

<file path=docProps/app.xml><?xml version="1.0" encoding="utf-8"?>
<Properties xmlns="http://schemas.openxmlformats.org/officeDocument/2006/extended-properties" xmlns:vt="http://schemas.openxmlformats.org/officeDocument/2006/docPropsVTypes">
  <Template>Ticking clock design template [1]</Template>
  <TotalTime>342</TotalTime>
  <Words>15</Words>
  <Application>Microsoft Office PowerPoint</Application>
  <PresentationFormat>Widescreen</PresentationFormat>
  <Paragraphs>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Verdana</vt:lpstr>
      <vt:lpstr>Ticking clock design template [1]</vt:lpstr>
      <vt:lpstr>Clarity</vt:lpstr>
      <vt:lpstr>Time Management</vt:lpstr>
      <vt:lpstr>Spend Your Time Wisely</vt:lpstr>
      <vt:lpstr>Cost of Mismanagement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Sidney Higa</dc:creator>
  <cp:lastModifiedBy>Joan Lambert</cp:lastModifiedBy>
  <cp:revision>5</cp:revision>
  <dcterms:created xsi:type="dcterms:W3CDTF">2006-04-18T16:29:51Z</dcterms:created>
  <dcterms:modified xsi:type="dcterms:W3CDTF">2013-09-23T02:59:36Z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TC011594421033</vt:lpwstr>
  </property>
  <property fmtid="{D5CDD505-2E9C-101B-9397-08002B2CF9AE}" pid="3" name="ContentTypeId">
    <vt:lpwstr>0x0101009E1F9B7B5563E546BDCC4FF750137663</vt:lpwstr>
  </property>
  <property fmtid="{D5CDD505-2E9C-101B-9397-08002B2CF9AE}" pid="4" name="Used in Chapter">
    <vt:lpwstr>true</vt:lpwstr>
  </property>
  <property fmtid="{D5CDD505-2E9C-101B-9397-08002B2CF9AE}" pid="5" name="_dlc_DocIdItemGuid">
    <vt:lpwstr>7e8619de-074d-45e6-95da-bcc38470db32</vt:lpwstr>
  </property>
</Properties>
</file>